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56" r:id="rId2"/>
    <p:sldId id="257" r:id="rId3"/>
    <p:sldId id="258" r:id="rId4"/>
    <p:sldId id="259" r:id="rId5"/>
    <p:sldId id="260" r:id="rId6"/>
    <p:sldId id="261" r:id="rId7"/>
    <p:sldId id="262" r:id="rId8"/>
    <p:sldId id="263" r:id="rId9"/>
    <p:sldId id="264" r:id="rId10"/>
    <p:sldId id="265" r:id="rId11"/>
    <p:sldId id="266" r:id="rId12"/>
    <p:sldId id="273" r:id="rId13"/>
    <p:sldId id="274" r:id="rId14"/>
    <p:sldId id="275" r:id="rId15"/>
    <p:sldId id="276" r:id="rId16"/>
    <p:sldId id="277" r:id="rId17"/>
    <p:sldId id="267" r:id="rId18"/>
    <p:sldId id="278" r:id="rId19"/>
    <p:sldId id="279" r:id="rId20"/>
    <p:sldId id="280" r:id="rId21"/>
    <p:sldId id="268" r:id="rId22"/>
    <p:sldId id="281" r:id="rId23"/>
    <p:sldId id="282" r:id="rId24"/>
    <p:sldId id="283" r:id="rId25"/>
    <p:sldId id="269" r:id="rId26"/>
    <p:sldId id="270" r:id="rId27"/>
    <p:sldId id="271" r:id="rId28"/>
    <p:sldId id="284" r:id="rId29"/>
    <p:sldId id="272" r:id="rId30"/>
    <p:sldId id="285" r:id="rId31"/>
    <p:sldId id="287" r:id="rId32"/>
    <p:sldId id="286"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8" r:id="rId56"/>
    <p:sldId id="311" r:id="rId57"/>
    <p:sldId id="310" r:id="rId58"/>
    <p:sldId id="312" r:id="rId59"/>
    <p:sldId id="314" r:id="rId60"/>
    <p:sldId id="313" r:id="rId61"/>
    <p:sldId id="315" r:id="rId62"/>
    <p:sldId id="316" r:id="rId63"/>
    <p:sldId id="317"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EA9A3A-2134-4753-9571-2BD43AC5CEA4}" v="818" dt="2026-04-28T18:10:46.5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p:scale>
          <a:sx n="75" d="100"/>
          <a:sy n="75" d="100"/>
        </p:scale>
        <p:origin x="58" y="3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mmer, Ethan" userId="fba856c3-0395-447d-8c5b-615148da754b" providerId="ADAL" clId="{DA3F7AB2-E862-4572-8940-3A3A1EE99E69}"/>
    <pc:docChg chg="undo custSel addSld delSld modSld sldOrd">
      <pc:chgData name="Wimmer, Ethan" userId="fba856c3-0395-447d-8c5b-615148da754b" providerId="ADAL" clId="{DA3F7AB2-E862-4572-8940-3A3A1EE99E69}" dt="2026-04-28T18:15:43.359" v="12534" actId="26606"/>
      <pc:docMkLst>
        <pc:docMk/>
      </pc:docMkLst>
      <pc:sldChg chg="addSp modSp mod setBg addAnim modAnim">
        <pc:chgData name="Wimmer, Ethan" userId="fba856c3-0395-447d-8c5b-615148da754b" providerId="ADAL" clId="{DA3F7AB2-E862-4572-8940-3A3A1EE99E69}" dt="2026-04-28T17:54:49.732" v="12427"/>
        <pc:sldMkLst>
          <pc:docMk/>
          <pc:sldMk cId="2155627988" sldId="256"/>
        </pc:sldMkLst>
        <pc:spChg chg="mod">
          <ac:chgData name="Wimmer, Ethan" userId="fba856c3-0395-447d-8c5b-615148da754b" providerId="ADAL" clId="{DA3F7AB2-E862-4572-8940-3A3A1EE99E69}" dt="2026-04-28T17:54:31.610" v="12423" actId="26606"/>
          <ac:spMkLst>
            <pc:docMk/>
            <pc:sldMk cId="2155627988" sldId="256"/>
            <ac:spMk id="2" creationId="{DB95C2F4-695C-2B94-5699-845740635DC0}"/>
          </ac:spMkLst>
        </pc:spChg>
        <pc:spChg chg="mod">
          <ac:chgData name="Wimmer, Ethan" userId="fba856c3-0395-447d-8c5b-615148da754b" providerId="ADAL" clId="{DA3F7AB2-E862-4572-8940-3A3A1EE99E69}" dt="2026-04-28T17:54:31.610" v="12423" actId="26606"/>
          <ac:spMkLst>
            <pc:docMk/>
            <pc:sldMk cId="2155627988" sldId="256"/>
            <ac:spMk id="3" creationId="{F59CB623-CECF-072D-2191-3F722D34B313}"/>
          </ac:spMkLst>
        </pc:spChg>
        <pc:spChg chg="add">
          <ac:chgData name="Wimmer, Ethan" userId="fba856c3-0395-447d-8c5b-615148da754b" providerId="ADAL" clId="{DA3F7AB2-E862-4572-8940-3A3A1EE99E69}" dt="2026-04-28T17:54:31.610" v="12423" actId="26606"/>
          <ac:spMkLst>
            <pc:docMk/>
            <pc:sldMk cId="2155627988" sldId="256"/>
            <ac:spMk id="9" creationId="{EB0222B5-B739-82A9-5CCC-C5585AE12A69}"/>
          </ac:spMkLst>
        </pc:spChg>
        <pc:spChg chg="add">
          <ac:chgData name="Wimmer, Ethan" userId="fba856c3-0395-447d-8c5b-615148da754b" providerId="ADAL" clId="{DA3F7AB2-E862-4572-8940-3A3A1EE99E69}" dt="2026-04-28T17:54:31.610" v="12423" actId="26606"/>
          <ac:spMkLst>
            <pc:docMk/>
            <pc:sldMk cId="2155627988" sldId="256"/>
            <ac:spMk id="11" creationId="{5BE23E75-E7E9-4D9F-6D25-5512363F8621}"/>
          </ac:spMkLst>
        </pc:spChg>
        <pc:picChg chg="add">
          <ac:chgData name="Wimmer, Ethan" userId="fba856c3-0395-447d-8c5b-615148da754b" providerId="ADAL" clId="{DA3F7AB2-E862-4572-8940-3A3A1EE99E69}" dt="2026-04-28T17:54:31.610" v="12423" actId="26606"/>
          <ac:picMkLst>
            <pc:docMk/>
            <pc:sldMk cId="2155627988" sldId="256"/>
            <ac:picMk id="5" creationId="{85E09E21-0679-1C41-7506-8F776870E3AF}"/>
          </ac:picMkLst>
        </pc:picChg>
        <pc:cxnChg chg="add">
          <ac:chgData name="Wimmer, Ethan" userId="fba856c3-0395-447d-8c5b-615148da754b" providerId="ADAL" clId="{DA3F7AB2-E862-4572-8940-3A3A1EE99E69}" dt="2026-04-28T17:54:31.610" v="12423" actId="26606"/>
          <ac:cxnSpMkLst>
            <pc:docMk/>
            <pc:sldMk cId="2155627988" sldId="256"/>
            <ac:cxnSpMk id="13" creationId="{61B115DB-65EB-3FC3-7284-CFDF4ADC60B6}"/>
          </ac:cxnSpMkLst>
        </pc:cxnChg>
      </pc:sldChg>
      <pc:sldChg chg="addSp delSp modSp new mod setBg">
        <pc:chgData name="Wimmer, Ethan" userId="fba856c3-0395-447d-8c5b-615148da754b" providerId="ADAL" clId="{DA3F7AB2-E862-4572-8940-3A3A1EE99E69}" dt="2026-04-28T17:55:07.176" v="12428" actId="26606"/>
        <pc:sldMkLst>
          <pc:docMk/>
          <pc:sldMk cId="3107289692" sldId="257"/>
        </pc:sldMkLst>
        <pc:spChg chg="mod">
          <ac:chgData name="Wimmer, Ethan" userId="fba856c3-0395-447d-8c5b-615148da754b" providerId="ADAL" clId="{DA3F7AB2-E862-4572-8940-3A3A1EE99E69}" dt="2026-04-28T17:55:07.176" v="12428" actId="26606"/>
          <ac:spMkLst>
            <pc:docMk/>
            <pc:sldMk cId="3107289692" sldId="257"/>
            <ac:spMk id="2" creationId="{6054E0C5-C697-4033-A6B0-A38D6EE5F39C}"/>
          </ac:spMkLst>
        </pc:spChg>
        <pc:spChg chg="mod">
          <ac:chgData name="Wimmer, Ethan" userId="fba856c3-0395-447d-8c5b-615148da754b" providerId="ADAL" clId="{DA3F7AB2-E862-4572-8940-3A3A1EE99E69}" dt="2026-04-28T17:55:07.176" v="12428" actId="26606"/>
          <ac:spMkLst>
            <pc:docMk/>
            <pc:sldMk cId="3107289692" sldId="257"/>
            <ac:spMk id="3" creationId="{40BAB041-687D-0BFB-A3FD-57710ABC33BF}"/>
          </ac:spMkLst>
        </pc:spChg>
        <pc:spChg chg="add del">
          <ac:chgData name="Wimmer, Ethan" userId="fba856c3-0395-447d-8c5b-615148da754b" providerId="ADAL" clId="{DA3F7AB2-E862-4572-8940-3A3A1EE99E69}" dt="2026-04-27T23:42:54.255" v="214" actId="22"/>
          <ac:spMkLst>
            <pc:docMk/>
            <pc:sldMk cId="3107289692" sldId="257"/>
            <ac:spMk id="5" creationId="{C3292B35-EC2D-B86A-DD9E-258C7365659E}"/>
          </ac:spMkLst>
        </pc:spChg>
        <pc:picChg chg="add">
          <ac:chgData name="Wimmer, Ethan" userId="fba856c3-0395-447d-8c5b-615148da754b" providerId="ADAL" clId="{DA3F7AB2-E862-4572-8940-3A3A1EE99E69}" dt="2026-04-28T17:55:07.176" v="12428" actId="26606"/>
          <ac:picMkLst>
            <pc:docMk/>
            <pc:sldMk cId="3107289692" sldId="257"/>
            <ac:picMk id="6" creationId="{22C30E12-4A41-B031-8465-A57B3302983A}"/>
          </ac:picMkLst>
        </pc:picChg>
        <pc:cxnChg chg="add">
          <ac:chgData name="Wimmer, Ethan" userId="fba856c3-0395-447d-8c5b-615148da754b" providerId="ADAL" clId="{DA3F7AB2-E862-4572-8940-3A3A1EE99E69}" dt="2026-04-28T17:55:07.176" v="12428" actId="26606"/>
          <ac:cxnSpMkLst>
            <pc:docMk/>
            <pc:sldMk cId="3107289692" sldId="257"/>
            <ac:cxnSpMk id="9" creationId="{1503BFE4-729B-D9D0-C17B-501E6AF1127A}"/>
          </ac:cxnSpMkLst>
        </pc:cxnChg>
      </pc:sldChg>
      <pc:sldChg chg="addSp modSp add mod setBg">
        <pc:chgData name="Wimmer, Ethan" userId="fba856c3-0395-447d-8c5b-615148da754b" providerId="ADAL" clId="{DA3F7AB2-E862-4572-8940-3A3A1EE99E69}" dt="2026-04-28T17:55:56.441" v="12429" actId="26606"/>
        <pc:sldMkLst>
          <pc:docMk/>
          <pc:sldMk cId="42794628" sldId="258"/>
        </pc:sldMkLst>
        <pc:spChg chg="mod">
          <ac:chgData name="Wimmer, Ethan" userId="fba856c3-0395-447d-8c5b-615148da754b" providerId="ADAL" clId="{DA3F7AB2-E862-4572-8940-3A3A1EE99E69}" dt="2026-04-28T17:55:56.441" v="12429" actId="26606"/>
          <ac:spMkLst>
            <pc:docMk/>
            <pc:sldMk cId="42794628" sldId="258"/>
            <ac:spMk id="2" creationId="{5F4FA545-27AD-1E08-5648-776A7B23C9B7}"/>
          </ac:spMkLst>
        </pc:spChg>
        <pc:spChg chg="mod">
          <ac:chgData name="Wimmer, Ethan" userId="fba856c3-0395-447d-8c5b-615148da754b" providerId="ADAL" clId="{DA3F7AB2-E862-4572-8940-3A3A1EE99E69}" dt="2026-04-28T17:55:56.441" v="12429" actId="26606"/>
          <ac:spMkLst>
            <pc:docMk/>
            <pc:sldMk cId="42794628" sldId="258"/>
            <ac:spMk id="3" creationId="{8469D4C1-DD01-656D-F907-96698ADDA6C1}"/>
          </ac:spMkLst>
        </pc:spChg>
        <pc:spChg chg="add">
          <ac:chgData name="Wimmer, Ethan" userId="fba856c3-0395-447d-8c5b-615148da754b" providerId="ADAL" clId="{DA3F7AB2-E862-4572-8940-3A3A1EE99E69}" dt="2026-04-28T17:55:56.441" v="12429" actId="26606"/>
          <ac:spMkLst>
            <pc:docMk/>
            <pc:sldMk cId="42794628" sldId="258"/>
            <ac:spMk id="8" creationId="{B6CDA21F-E7AF-4C75-8395-33F58D5B0E45}"/>
          </ac:spMkLst>
        </pc:spChg>
        <pc:spChg chg="add">
          <ac:chgData name="Wimmer, Ethan" userId="fba856c3-0395-447d-8c5b-615148da754b" providerId="ADAL" clId="{DA3F7AB2-E862-4572-8940-3A3A1EE99E69}" dt="2026-04-28T17:55:56.441" v="12429" actId="26606"/>
          <ac:spMkLst>
            <pc:docMk/>
            <pc:sldMk cId="42794628" sldId="258"/>
            <ac:spMk id="15" creationId="{D5B0017B-2ECA-49AF-B397-DC140825DF8D}"/>
          </ac:spMkLst>
        </pc:spChg>
        <pc:grpChg chg="add">
          <ac:chgData name="Wimmer, Ethan" userId="fba856c3-0395-447d-8c5b-615148da754b" providerId="ADAL" clId="{DA3F7AB2-E862-4572-8940-3A3A1EE99E69}" dt="2026-04-28T17:55:56.441" v="12429" actId="26606"/>
          <ac:grpSpMkLst>
            <pc:docMk/>
            <pc:sldMk cId="42794628" sldId="258"/>
            <ac:grpSpMk id="10" creationId="{AE1C45F0-260A-458C-96ED-C1F6D2151219}"/>
          </ac:grpSpMkLst>
        </pc:grpChg>
        <pc:cxnChg chg="add">
          <ac:chgData name="Wimmer, Ethan" userId="fba856c3-0395-447d-8c5b-615148da754b" providerId="ADAL" clId="{DA3F7AB2-E862-4572-8940-3A3A1EE99E69}" dt="2026-04-28T17:55:56.441" v="12429" actId="26606"/>
          <ac:cxnSpMkLst>
            <pc:docMk/>
            <pc:sldMk cId="42794628" sldId="258"/>
            <ac:cxnSpMk id="17" creationId="{6CF1BAF6-AD41-4082-B212-8A1F9A2E8779}"/>
          </ac:cxnSpMkLst>
        </pc:cxnChg>
      </pc:sldChg>
      <pc:sldChg chg="addSp modSp new mod setBg">
        <pc:chgData name="Wimmer, Ethan" userId="fba856c3-0395-447d-8c5b-615148da754b" providerId="ADAL" clId="{DA3F7AB2-E862-4572-8940-3A3A1EE99E69}" dt="2026-04-28T17:56:09.495" v="12430" actId="26606"/>
        <pc:sldMkLst>
          <pc:docMk/>
          <pc:sldMk cId="8633625" sldId="259"/>
        </pc:sldMkLst>
        <pc:spChg chg="mod">
          <ac:chgData name="Wimmer, Ethan" userId="fba856c3-0395-447d-8c5b-615148da754b" providerId="ADAL" clId="{DA3F7AB2-E862-4572-8940-3A3A1EE99E69}" dt="2026-04-28T17:56:09.495" v="12430" actId="26606"/>
          <ac:spMkLst>
            <pc:docMk/>
            <pc:sldMk cId="8633625" sldId="259"/>
            <ac:spMk id="2" creationId="{0ABBE6F7-B432-3793-407A-E764C8E67F5F}"/>
          </ac:spMkLst>
        </pc:spChg>
        <pc:spChg chg="mod">
          <ac:chgData name="Wimmer, Ethan" userId="fba856c3-0395-447d-8c5b-615148da754b" providerId="ADAL" clId="{DA3F7AB2-E862-4572-8940-3A3A1EE99E69}" dt="2026-04-28T17:56:09.495" v="12430" actId="26606"/>
          <ac:spMkLst>
            <pc:docMk/>
            <pc:sldMk cId="8633625" sldId="259"/>
            <ac:spMk id="3" creationId="{CFCCA62E-7715-7C0F-4ECE-A1CEF9BE186E}"/>
          </ac:spMkLst>
        </pc:spChg>
        <pc:spChg chg="add">
          <ac:chgData name="Wimmer, Ethan" userId="fba856c3-0395-447d-8c5b-615148da754b" providerId="ADAL" clId="{DA3F7AB2-E862-4572-8940-3A3A1EE99E69}" dt="2026-04-28T17:56:09.495" v="12430" actId="26606"/>
          <ac:spMkLst>
            <pc:docMk/>
            <pc:sldMk cId="8633625" sldId="259"/>
            <ac:spMk id="8" creationId="{DBF61EA3-B236-439E-9C0B-340980D56BEE}"/>
          </ac:spMkLst>
        </pc:spChg>
        <pc:spChg chg="add">
          <ac:chgData name="Wimmer, Ethan" userId="fba856c3-0395-447d-8c5b-615148da754b" providerId="ADAL" clId="{DA3F7AB2-E862-4572-8940-3A3A1EE99E69}" dt="2026-04-28T17:56:09.495" v="12430" actId="26606"/>
          <ac:spMkLst>
            <pc:docMk/>
            <pc:sldMk cId="8633625" sldId="259"/>
            <ac:spMk id="14" creationId="{E659831F-0D9A-4C63-9EBB-8435B85A440F}"/>
          </ac:spMkLst>
        </pc:spChg>
        <pc:grpChg chg="add">
          <ac:chgData name="Wimmer, Ethan" userId="fba856c3-0395-447d-8c5b-615148da754b" providerId="ADAL" clId="{DA3F7AB2-E862-4572-8940-3A3A1EE99E69}" dt="2026-04-28T17:56:09.495" v="12430" actId="26606"/>
          <ac:grpSpMkLst>
            <pc:docMk/>
            <pc:sldMk cId="8633625" sldId="259"/>
            <ac:grpSpMk id="10" creationId="{28FAF094-D087-493F-8DF9-A486C2D6BBAA}"/>
          </ac:grpSpMkLst>
        </pc:grpChg>
      </pc:sldChg>
      <pc:sldChg chg="add del">
        <pc:chgData name="Wimmer, Ethan" userId="fba856c3-0395-447d-8c5b-615148da754b" providerId="ADAL" clId="{DA3F7AB2-E862-4572-8940-3A3A1EE99E69}" dt="2026-04-27T23:49:38.843" v="341" actId="47"/>
        <pc:sldMkLst>
          <pc:docMk/>
          <pc:sldMk cId="1666001330" sldId="259"/>
        </pc:sldMkLst>
      </pc:sldChg>
      <pc:sldChg chg="addSp modSp new mod setBg">
        <pc:chgData name="Wimmer, Ethan" userId="fba856c3-0395-447d-8c5b-615148da754b" providerId="ADAL" clId="{DA3F7AB2-E862-4572-8940-3A3A1EE99E69}" dt="2026-04-28T17:56:17.217" v="12431" actId="26606"/>
        <pc:sldMkLst>
          <pc:docMk/>
          <pc:sldMk cId="2323805107" sldId="260"/>
        </pc:sldMkLst>
        <pc:spChg chg="mod">
          <ac:chgData name="Wimmer, Ethan" userId="fba856c3-0395-447d-8c5b-615148da754b" providerId="ADAL" clId="{DA3F7AB2-E862-4572-8940-3A3A1EE99E69}" dt="2026-04-28T17:56:17.217" v="12431" actId="26606"/>
          <ac:spMkLst>
            <pc:docMk/>
            <pc:sldMk cId="2323805107" sldId="260"/>
            <ac:spMk id="2" creationId="{31DDCD87-0A61-F887-FB38-4F37DAE1ABAF}"/>
          </ac:spMkLst>
        </pc:spChg>
        <pc:spChg chg="mod">
          <ac:chgData name="Wimmer, Ethan" userId="fba856c3-0395-447d-8c5b-615148da754b" providerId="ADAL" clId="{DA3F7AB2-E862-4572-8940-3A3A1EE99E69}" dt="2026-04-28T17:56:17.217" v="12431" actId="26606"/>
          <ac:spMkLst>
            <pc:docMk/>
            <pc:sldMk cId="2323805107" sldId="260"/>
            <ac:spMk id="3" creationId="{858D28E2-73E2-7B11-0AD6-05C2D24BC134}"/>
          </ac:spMkLst>
        </pc:spChg>
        <pc:spChg chg="add">
          <ac:chgData name="Wimmer, Ethan" userId="fba856c3-0395-447d-8c5b-615148da754b" providerId="ADAL" clId="{DA3F7AB2-E862-4572-8940-3A3A1EE99E69}" dt="2026-04-28T17:56:17.217" v="12431" actId="26606"/>
          <ac:spMkLst>
            <pc:docMk/>
            <pc:sldMk cId="2323805107" sldId="260"/>
            <ac:spMk id="8" creationId="{4DA718D0-4865-4629-8134-44F68D41D574}"/>
          </ac:spMkLst>
        </pc:spChg>
        <pc:spChg chg="add">
          <ac:chgData name="Wimmer, Ethan" userId="fba856c3-0395-447d-8c5b-615148da754b" providerId="ADAL" clId="{DA3F7AB2-E862-4572-8940-3A3A1EE99E69}" dt="2026-04-28T17:56:17.217" v="12431" actId="26606"/>
          <ac:spMkLst>
            <pc:docMk/>
            <pc:sldMk cId="2323805107" sldId="260"/>
            <ac:spMk id="14" creationId="{CBC4F608-B4B8-48C3-9572-C0F061B1CD99}"/>
          </ac:spMkLst>
        </pc:spChg>
        <pc:grpChg chg="add">
          <ac:chgData name="Wimmer, Ethan" userId="fba856c3-0395-447d-8c5b-615148da754b" providerId="ADAL" clId="{DA3F7AB2-E862-4572-8940-3A3A1EE99E69}" dt="2026-04-28T17:56:17.217" v="12431" actId="26606"/>
          <ac:grpSpMkLst>
            <pc:docMk/>
            <pc:sldMk cId="2323805107" sldId="260"/>
            <ac:grpSpMk id="10" creationId="{65167ED7-6315-43AB-B1B6-C326D5FD8F84}"/>
          </ac:grpSpMkLst>
        </pc:grpChg>
      </pc:sldChg>
      <pc:sldChg chg="addSp modSp add mod setBg">
        <pc:chgData name="Wimmer, Ethan" userId="fba856c3-0395-447d-8c5b-615148da754b" providerId="ADAL" clId="{DA3F7AB2-E862-4572-8940-3A3A1EE99E69}" dt="2026-04-28T17:56:24.382" v="12432" actId="26606"/>
        <pc:sldMkLst>
          <pc:docMk/>
          <pc:sldMk cId="2602003702" sldId="261"/>
        </pc:sldMkLst>
        <pc:spChg chg="mod">
          <ac:chgData name="Wimmer, Ethan" userId="fba856c3-0395-447d-8c5b-615148da754b" providerId="ADAL" clId="{DA3F7AB2-E862-4572-8940-3A3A1EE99E69}" dt="2026-04-28T17:56:24.382" v="12432" actId="26606"/>
          <ac:spMkLst>
            <pc:docMk/>
            <pc:sldMk cId="2602003702" sldId="261"/>
            <ac:spMk id="2" creationId="{7DCA8D27-99AC-9AD4-35AB-136415D9D950}"/>
          </ac:spMkLst>
        </pc:spChg>
        <pc:spChg chg="mod">
          <ac:chgData name="Wimmer, Ethan" userId="fba856c3-0395-447d-8c5b-615148da754b" providerId="ADAL" clId="{DA3F7AB2-E862-4572-8940-3A3A1EE99E69}" dt="2026-04-28T17:56:24.382" v="12432" actId="26606"/>
          <ac:spMkLst>
            <pc:docMk/>
            <pc:sldMk cId="2602003702" sldId="261"/>
            <ac:spMk id="3" creationId="{96D672F0-B7C5-A29E-A4F3-E9964BFF3764}"/>
          </ac:spMkLst>
        </pc:spChg>
        <pc:spChg chg="add">
          <ac:chgData name="Wimmer, Ethan" userId="fba856c3-0395-447d-8c5b-615148da754b" providerId="ADAL" clId="{DA3F7AB2-E862-4572-8940-3A3A1EE99E69}" dt="2026-04-28T17:56:24.382" v="12432" actId="26606"/>
          <ac:spMkLst>
            <pc:docMk/>
            <pc:sldMk cId="2602003702" sldId="261"/>
            <ac:spMk id="8" creationId="{B6CDA21F-E7AF-4C75-8395-33F58D5B0E45}"/>
          </ac:spMkLst>
        </pc:spChg>
        <pc:spChg chg="add">
          <ac:chgData name="Wimmer, Ethan" userId="fba856c3-0395-447d-8c5b-615148da754b" providerId="ADAL" clId="{DA3F7AB2-E862-4572-8940-3A3A1EE99E69}" dt="2026-04-28T17:56:24.382" v="12432" actId="26606"/>
          <ac:spMkLst>
            <pc:docMk/>
            <pc:sldMk cId="2602003702" sldId="261"/>
            <ac:spMk id="15" creationId="{D5B0017B-2ECA-49AF-B397-DC140825DF8D}"/>
          </ac:spMkLst>
        </pc:spChg>
        <pc:grpChg chg="add">
          <ac:chgData name="Wimmer, Ethan" userId="fba856c3-0395-447d-8c5b-615148da754b" providerId="ADAL" clId="{DA3F7AB2-E862-4572-8940-3A3A1EE99E69}" dt="2026-04-28T17:56:24.382" v="12432" actId="26606"/>
          <ac:grpSpMkLst>
            <pc:docMk/>
            <pc:sldMk cId="2602003702" sldId="261"/>
            <ac:grpSpMk id="10" creationId="{AE1C45F0-260A-458C-96ED-C1F6D2151219}"/>
          </ac:grpSpMkLst>
        </pc:grpChg>
        <pc:cxnChg chg="add">
          <ac:chgData name="Wimmer, Ethan" userId="fba856c3-0395-447d-8c5b-615148da754b" providerId="ADAL" clId="{DA3F7AB2-E862-4572-8940-3A3A1EE99E69}" dt="2026-04-28T17:56:24.382" v="12432" actId="26606"/>
          <ac:cxnSpMkLst>
            <pc:docMk/>
            <pc:sldMk cId="2602003702" sldId="261"/>
            <ac:cxnSpMk id="17" creationId="{6CF1BAF6-AD41-4082-B212-8A1F9A2E8779}"/>
          </ac:cxnSpMkLst>
        </pc:cxnChg>
      </pc:sldChg>
      <pc:sldChg chg="addSp delSp modSp new mod setBg">
        <pc:chgData name="Wimmer, Ethan" userId="fba856c3-0395-447d-8c5b-615148da754b" providerId="ADAL" clId="{DA3F7AB2-E862-4572-8940-3A3A1EE99E69}" dt="2026-04-28T17:57:06.094" v="12435" actId="26606"/>
        <pc:sldMkLst>
          <pc:docMk/>
          <pc:sldMk cId="1692581706" sldId="262"/>
        </pc:sldMkLst>
        <pc:spChg chg="mod">
          <ac:chgData name="Wimmer, Ethan" userId="fba856c3-0395-447d-8c5b-615148da754b" providerId="ADAL" clId="{DA3F7AB2-E862-4572-8940-3A3A1EE99E69}" dt="2026-04-28T17:57:06.094" v="12435" actId="26606"/>
          <ac:spMkLst>
            <pc:docMk/>
            <pc:sldMk cId="1692581706" sldId="262"/>
            <ac:spMk id="2" creationId="{21972F51-5AFB-F3C6-375B-7F72D56FAAE0}"/>
          </ac:spMkLst>
        </pc:spChg>
        <pc:spChg chg="mod">
          <ac:chgData name="Wimmer, Ethan" userId="fba856c3-0395-447d-8c5b-615148da754b" providerId="ADAL" clId="{DA3F7AB2-E862-4572-8940-3A3A1EE99E69}" dt="2026-04-28T17:57:06.094" v="12435" actId="26606"/>
          <ac:spMkLst>
            <pc:docMk/>
            <pc:sldMk cId="1692581706" sldId="262"/>
            <ac:spMk id="3" creationId="{8F5CDEF5-B22E-6C13-AF52-C6C970E501DD}"/>
          </ac:spMkLst>
        </pc:spChg>
        <pc:spChg chg="add">
          <ac:chgData name="Wimmer, Ethan" userId="fba856c3-0395-447d-8c5b-615148da754b" providerId="ADAL" clId="{DA3F7AB2-E862-4572-8940-3A3A1EE99E69}" dt="2026-04-28T17:57:06.094" v="12435" actId="26606"/>
          <ac:spMkLst>
            <pc:docMk/>
            <pc:sldMk cId="1692581706" sldId="262"/>
            <ac:spMk id="8" creationId="{DBF61EA3-B236-439E-9C0B-340980D56BEE}"/>
          </ac:spMkLst>
        </pc:spChg>
        <pc:spChg chg="add del">
          <ac:chgData name="Wimmer, Ethan" userId="fba856c3-0395-447d-8c5b-615148da754b" providerId="ADAL" clId="{DA3F7AB2-E862-4572-8940-3A3A1EE99E69}" dt="2026-04-28T17:57:06.076" v="12434" actId="26606"/>
          <ac:spMkLst>
            <pc:docMk/>
            <pc:sldMk cId="1692581706" sldId="262"/>
            <ac:spMk id="9" creationId="{C0763A76-9F1C-4FC5-82B7-DD475DA461B2}"/>
          </ac:spMkLst>
        </pc:spChg>
        <pc:spChg chg="add del">
          <ac:chgData name="Wimmer, Ethan" userId="fba856c3-0395-447d-8c5b-615148da754b" providerId="ADAL" clId="{DA3F7AB2-E862-4572-8940-3A3A1EE99E69}" dt="2026-04-28T17:57:06.076" v="12434" actId="26606"/>
          <ac:spMkLst>
            <pc:docMk/>
            <pc:sldMk cId="1692581706" sldId="262"/>
            <ac:spMk id="11" creationId="{E81BF4F6-F2CF-4984-9D14-D6966D92F99F}"/>
          </ac:spMkLst>
        </pc:spChg>
        <pc:spChg chg="add">
          <ac:chgData name="Wimmer, Ethan" userId="fba856c3-0395-447d-8c5b-615148da754b" providerId="ADAL" clId="{DA3F7AB2-E862-4572-8940-3A3A1EE99E69}" dt="2026-04-28T17:57:06.094" v="12435" actId="26606"/>
          <ac:spMkLst>
            <pc:docMk/>
            <pc:sldMk cId="1692581706" sldId="262"/>
            <ac:spMk id="14" creationId="{E659831F-0D9A-4C63-9EBB-8435B85A440F}"/>
          </ac:spMkLst>
        </pc:spChg>
        <pc:grpChg chg="add">
          <ac:chgData name="Wimmer, Ethan" userId="fba856c3-0395-447d-8c5b-615148da754b" providerId="ADAL" clId="{DA3F7AB2-E862-4572-8940-3A3A1EE99E69}" dt="2026-04-28T17:57:06.094" v="12435" actId="26606"/>
          <ac:grpSpMkLst>
            <pc:docMk/>
            <pc:sldMk cId="1692581706" sldId="262"/>
            <ac:grpSpMk id="10" creationId="{28FAF094-D087-493F-8DF9-A486C2D6BBAA}"/>
          </ac:grpSpMkLst>
        </pc:grpChg>
        <pc:picChg chg="add del">
          <ac:chgData name="Wimmer, Ethan" userId="fba856c3-0395-447d-8c5b-615148da754b" providerId="ADAL" clId="{DA3F7AB2-E862-4572-8940-3A3A1EE99E69}" dt="2026-04-28T17:57:06.076" v="12434" actId="26606"/>
          <ac:picMkLst>
            <pc:docMk/>
            <pc:sldMk cId="1692581706" sldId="262"/>
            <ac:picMk id="5" creationId="{73CFD26C-F5B1-9FA6-5CBF-AC311D009AAE}"/>
          </ac:picMkLst>
        </pc:picChg>
      </pc:sldChg>
      <pc:sldChg chg="addSp delSp modSp add mod">
        <pc:chgData name="Wimmer, Ethan" userId="fba856c3-0395-447d-8c5b-615148da754b" providerId="ADAL" clId="{DA3F7AB2-E862-4572-8940-3A3A1EE99E69}" dt="2026-04-28T17:57:19.418" v="12436" actId="26606"/>
        <pc:sldMkLst>
          <pc:docMk/>
          <pc:sldMk cId="3159299319" sldId="263"/>
        </pc:sldMkLst>
        <pc:spChg chg="del mod">
          <ac:chgData name="Wimmer, Ethan" userId="fba856c3-0395-447d-8c5b-615148da754b" providerId="ADAL" clId="{DA3F7AB2-E862-4572-8940-3A3A1EE99E69}" dt="2026-04-28T17:57:19.418" v="12436" actId="26606"/>
          <ac:spMkLst>
            <pc:docMk/>
            <pc:sldMk cId="3159299319" sldId="263"/>
            <ac:spMk id="3" creationId="{B3DC576A-4327-D984-6048-74663EED00F9}"/>
          </ac:spMkLst>
        </pc:spChg>
        <pc:graphicFrameChg chg="add">
          <ac:chgData name="Wimmer, Ethan" userId="fba856c3-0395-447d-8c5b-615148da754b" providerId="ADAL" clId="{DA3F7AB2-E862-4572-8940-3A3A1EE99E69}" dt="2026-04-28T17:57:19.418" v="12436" actId="26606"/>
          <ac:graphicFrameMkLst>
            <pc:docMk/>
            <pc:sldMk cId="3159299319" sldId="263"/>
            <ac:graphicFrameMk id="5" creationId="{E299FBEF-5D1F-E38A-AC74-DBA9EDF9CC02}"/>
          </ac:graphicFrameMkLst>
        </pc:graphicFrameChg>
      </pc:sldChg>
      <pc:sldChg chg="addSp modSp add mod setBg">
        <pc:chgData name="Wimmer, Ethan" userId="fba856c3-0395-447d-8c5b-615148da754b" providerId="ADAL" clId="{DA3F7AB2-E862-4572-8940-3A3A1EE99E69}" dt="2026-04-28T17:58:00.328" v="12437" actId="26606"/>
        <pc:sldMkLst>
          <pc:docMk/>
          <pc:sldMk cId="3172119004" sldId="264"/>
        </pc:sldMkLst>
        <pc:spChg chg="mod">
          <ac:chgData name="Wimmer, Ethan" userId="fba856c3-0395-447d-8c5b-615148da754b" providerId="ADAL" clId="{DA3F7AB2-E862-4572-8940-3A3A1EE99E69}" dt="2026-04-28T17:58:00.328" v="12437" actId="26606"/>
          <ac:spMkLst>
            <pc:docMk/>
            <pc:sldMk cId="3172119004" sldId="264"/>
            <ac:spMk id="2" creationId="{F9F35A7C-F235-3CE9-4528-6BF70FEDDC8A}"/>
          </ac:spMkLst>
        </pc:spChg>
        <pc:spChg chg="mod">
          <ac:chgData name="Wimmer, Ethan" userId="fba856c3-0395-447d-8c5b-615148da754b" providerId="ADAL" clId="{DA3F7AB2-E862-4572-8940-3A3A1EE99E69}" dt="2026-04-28T17:58:00.328" v="12437" actId="26606"/>
          <ac:spMkLst>
            <pc:docMk/>
            <pc:sldMk cId="3172119004" sldId="264"/>
            <ac:spMk id="3" creationId="{14F4A2EB-7DED-84A0-2D69-40310674E3EE}"/>
          </ac:spMkLst>
        </pc:spChg>
        <pc:spChg chg="add">
          <ac:chgData name="Wimmer, Ethan" userId="fba856c3-0395-447d-8c5b-615148da754b" providerId="ADAL" clId="{DA3F7AB2-E862-4572-8940-3A3A1EE99E69}" dt="2026-04-28T17:58:00.328" v="12437" actId="26606"/>
          <ac:spMkLst>
            <pc:docMk/>
            <pc:sldMk cId="3172119004" sldId="264"/>
            <ac:spMk id="8" creationId="{4DA718D0-4865-4629-8134-44F68D41D574}"/>
          </ac:spMkLst>
        </pc:spChg>
        <pc:spChg chg="add">
          <ac:chgData name="Wimmer, Ethan" userId="fba856c3-0395-447d-8c5b-615148da754b" providerId="ADAL" clId="{DA3F7AB2-E862-4572-8940-3A3A1EE99E69}" dt="2026-04-28T17:58:00.328" v="12437" actId="26606"/>
          <ac:spMkLst>
            <pc:docMk/>
            <pc:sldMk cId="3172119004" sldId="264"/>
            <ac:spMk id="14" creationId="{CBC4F608-B4B8-48C3-9572-C0F061B1CD99}"/>
          </ac:spMkLst>
        </pc:spChg>
        <pc:grpChg chg="add">
          <ac:chgData name="Wimmer, Ethan" userId="fba856c3-0395-447d-8c5b-615148da754b" providerId="ADAL" clId="{DA3F7AB2-E862-4572-8940-3A3A1EE99E69}" dt="2026-04-28T17:58:00.328" v="12437" actId="26606"/>
          <ac:grpSpMkLst>
            <pc:docMk/>
            <pc:sldMk cId="3172119004" sldId="264"/>
            <ac:grpSpMk id="10" creationId="{65167ED7-6315-43AB-B1B6-C326D5FD8F84}"/>
          </ac:grpSpMkLst>
        </pc:grpChg>
      </pc:sldChg>
      <pc:sldChg chg="addSp delSp modSp new mod setBg">
        <pc:chgData name="Wimmer, Ethan" userId="fba856c3-0395-447d-8c5b-615148da754b" providerId="ADAL" clId="{DA3F7AB2-E862-4572-8940-3A3A1EE99E69}" dt="2026-04-28T17:58:32.533" v="12440" actId="26606"/>
        <pc:sldMkLst>
          <pc:docMk/>
          <pc:sldMk cId="4180770956" sldId="265"/>
        </pc:sldMkLst>
        <pc:spChg chg="mod">
          <ac:chgData name="Wimmer, Ethan" userId="fba856c3-0395-447d-8c5b-615148da754b" providerId="ADAL" clId="{DA3F7AB2-E862-4572-8940-3A3A1EE99E69}" dt="2026-04-28T17:58:32.533" v="12440" actId="26606"/>
          <ac:spMkLst>
            <pc:docMk/>
            <pc:sldMk cId="4180770956" sldId="265"/>
            <ac:spMk id="2" creationId="{9DB209AB-68BD-DAB5-F53C-323934C7F7C5}"/>
          </ac:spMkLst>
        </pc:spChg>
        <pc:spChg chg="mod">
          <ac:chgData name="Wimmer, Ethan" userId="fba856c3-0395-447d-8c5b-615148da754b" providerId="ADAL" clId="{DA3F7AB2-E862-4572-8940-3A3A1EE99E69}" dt="2026-04-28T17:58:32.533" v="12440" actId="26606"/>
          <ac:spMkLst>
            <pc:docMk/>
            <pc:sldMk cId="4180770956" sldId="265"/>
            <ac:spMk id="3" creationId="{E596F403-E3BB-779A-5AD3-CBE7E3888987}"/>
          </ac:spMkLst>
        </pc:spChg>
        <pc:spChg chg="add del">
          <ac:chgData name="Wimmer, Ethan" userId="fba856c3-0395-447d-8c5b-615148da754b" providerId="ADAL" clId="{DA3F7AB2-E862-4572-8940-3A3A1EE99E69}" dt="2026-04-28T17:58:32.515" v="12439" actId="26606"/>
          <ac:spMkLst>
            <pc:docMk/>
            <pc:sldMk cId="4180770956" sldId="265"/>
            <ac:spMk id="8" creationId="{979E27D9-03C7-44E2-9FF8-15D0C8506AF7}"/>
          </ac:spMkLst>
        </pc:spChg>
        <pc:spChg chg="add del">
          <ac:chgData name="Wimmer, Ethan" userId="fba856c3-0395-447d-8c5b-615148da754b" providerId="ADAL" clId="{DA3F7AB2-E862-4572-8940-3A3A1EE99E69}" dt="2026-04-28T17:58:32.515" v="12439" actId="26606"/>
          <ac:spMkLst>
            <pc:docMk/>
            <pc:sldMk cId="4180770956" sldId="265"/>
            <ac:spMk id="10" creationId="{EEBF1590-3B36-48EE-A89D-3B6F3CB256AB}"/>
          </ac:spMkLst>
        </pc:spChg>
        <pc:spChg chg="add del">
          <ac:chgData name="Wimmer, Ethan" userId="fba856c3-0395-447d-8c5b-615148da754b" providerId="ADAL" clId="{DA3F7AB2-E862-4572-8940-3A3A1EE99E69}" dt="2026-04-28T17:58:32.515" v="12439" actId="26606"/>
          <ac:spMkLst>
            <pc:docMk/>
            <pc:sldMk cId="4180770956" sldId="265"/>
            <ac:spMk id="12" creationId="{AC8F6C8C-AB5A-4548-942D-E3FD40ACBC49}"/>
          </ac:spMkLst>
        </pc:spChg>
        <pc:spChg chg="add">
          <ac:chgData name="Wimmer, Ethan" userId="fba856c3-0395-447d-8c5b-615148da754b" providerId="ADAL" clId="{DA3F7AB2-E862-4572-8940-3A3A1EE99E69}" dt="2026-04-28T17:58:32.533" v="12440" actId="26606"/>
          <ac:spMkLst>
            <pc:docMk/>
            <pc:sldMk cId="4180770956" sldId="265"/>
            <ac:spMk id="14" creationId="{B6CDA21F-E7AF-4C75-8395-33F58D5B0E45}"/>
          </ac:spMkLst>
        </pc:spChg>
        <pc:spChg chg="add">
          <ac:chgData name="Wimmer, Ethan" userId="fba856c3-0395-447d-8c5b-615148da754b" providerId="ADAL" clId="{DA3F7AB2-E862-4572-8940-3A3A1EE99E69}" dt="2026-04-28T17:58:32.533" v="12440" actId="26606"/>
          <ac:spMkLst>
            <pc:docMk/>
            <pc:sldMk cId="4180770956" sldId="265"/>
            <ac:spMk id="15" creationId="{D5B0017B-2ECA-49AF-B397-DC140825DF8D}"/>
          </ac:spMkLst>
        </pc:spChg>
        <pc:grpChg chg="add">
          <ac:chgData name="Wimmer, Ethan" userId="fba856c3-0395-447d-8c5b-615148da754b" providerId="ADAL" clId="{DA3F7AB2-E862-4572-8940-3A3A1EE99E69}" dt="2026-04-28T17:58:32.533" v="12440" actId="26606"/>
          <ac:grpSpMkLst>
            <pc:docMk/>
            <pc:sldMk cId="4180770956" sldId="265"/>
            <ac:grpSpMk id="16" creationId="{AE1C45F0-260A-458C-96ED-C1F6D2151219}"/>
          </ac:grpSpMkLst>
        </pc:grpChg>
        <pc:cxnChg chg="add">
          <ac:chgData name="Wimmer, Ethan" userId="fba856c3-0395-447d-8c5b-615148da754b" providerId="ADAL" clId="{DA3F7AB2-E862-4572-8940-3A3A1EE99E69}" dt="2026-04-28T17:58:32.533" v="12440" actId="26606"/>
          <ac:cxnSpMkLst>
            <pc:docMk/>
            <pc:sldMk cId="4180770956" sldId="265"/>
            <ac:cxnSpMk id="17" creationId="{6CF1BAF6-AD41-4082-B212-8A1F9A2E8779}"/>
          </ac:cxnSpMkLst>
        </pc:cxnChg>
      </pc:sldChg>
      <pc:sldChg chg="addSp modSp new mod setBg">
        <pc:chgData name="Wimmer, Ethan" userId="fba856c3-0395-447d-8c5b-615148da754b" providerId="ADAL" clId="{DA3F7AB2-E862-4572-8940-3A3A1EE99E69}" dt="2026-04-28T17:59:03.716" v="12441" actId="26606"/>
        <pc:sldMkLst>
          <pc:docMk/>
          <pc:sldMk cId="2901072599" sldId="266"/>
        </pc:sldMkLst>
        <pc:spChg chg="mod">
          <ac:chgData name="Wimmer, Ethan" userId="fba856c3-0395-447d-8c5b-615148da754b" providerId="ADAL" clId="{DA3F7AB2-E862-4572-8940-3A3A1EE99E69}" dt="2026-04-28T17:59:03.716" v="12441" actId="26606"/>
          <ac:spMkLst>
            <pc:docMk/>
            <pc:sldMk cId="2901072599" sldId="266"/>
            <ac:spMk id="2" creationId="{716CD1C9-A55E-CE57-3D0B-848A8CB2D0CD}"/>
          </ac:spMkLst>
        </pc:spChg>
        <pc:spChg chg="mod">
          <ac:chgData name="Wimmer, Ethan" userId="fba856c3-0395-447d-8c5b-615148da754b" providerId="ADAL" clId="{DA3F7AB2-E862-4572-8940-3A3A1EE99E69}" dt="2026-04-28T17:59:03.716" v="12441" actId="26606"/>
          <ac:spMkLst>
            <pc:docMk/>
            <pc:sldMk cId="2901072599" sldId="266"/>
            <ac:spMk id="3" creationId="{1AE009CE-6FF3-BB7F-61FC-B5BBC9DAAF27}"/>
          </ac:spMkLst>
        </pc:spChg>
        <pc:spChg chg="add">
          <ac:chgData name="Wimmer, Ethan" userId="fba856c3-0395-447d-8c5b-615148da754b" providerId="ADAL" clId="{DA3F7AB2-E862-4572-8940-3A3A1EE99E69}" dt="2026-04-28T17:59:03.716" v="12441" actId="26606"/>
          <ac:spMkLst>
            <pc:docMk/>
            <pc:sldMk cId="2901072599" sldId="266"/>
            <ac:spMk id="8" creationId="{DBF61EA3-B236-439E-9C0B-340980D56BEE}"/>
          </ac:spMkLst>
        </pc:spChg>
        <pc:spChg chg="add">
          <ac:chgData name="Wimmer, Ethan" userId="fba856c3-0395-447d-8c5b-615148da754b" providerId="ADAL" clId="{DA3F7AB2-E862-4572-8940-3A3A1EE99E69}" dt="2026-04-28T17:59:03.716" v="12441" actId="26606"/>
          <ac:spMkLst>
            <pc:docMk/>
            <pc:sldMk cId="2901072599" sldId="266"/>
            <ac:spMk id="14" creationId="{E659831F-0D9A-4C63-9EBB-8435B85A440F}"/>
          </ac:spMkLst>
        </pc:spChg>
        <pc:grpChg chg="add">
          <ac:chgData name="Wimmer, Ethan" userId="fba856c3-0395-447d-8c5b-615148da754b" providerId="ADAL" clId="{DA3F7AB2-E862-4572-8940-3A3A1EE99E69}" dt="2026-04-28T17:59:03.716" v="12441" actId="26606"/>
          <ac:grpSpMkLst>
            <pc:docMk/>
            <pc:sldMk cId="2901072599" sldId="266"/>
            <ac:grpSpMk id="10" creationId="{28FAF094-D087-493F-8DF9-A486C2D6BBAA}"/>
          </ac:grpSpMkLst>
        </pc:grpChg>
      </pc:sldChg>
      <pc:sldChg chg="addSp modSp add mod setBg">
        <pc:chgData name="Wimmer, Ethan" userId="fba856c3-0395-447d-8c5b-615148da754b" providerId="ADAL" clId="{DA3F7AB2-E862-4572-8940-3A3A1EE99E69}" dt="2026-04-28T18:00:14.817" v="12447" actId="26606"/>
        <pc:sldMkLst>
          <pc:docMk/>
          <pc:sldMk cId="2927872854" sldId="267"/>
        </pc:sldMkLst>
        <pc:spChg chg="mod">
          <ac:chgData name="Wimmer, Ethan" userId="fba856c3-0395-447d-8c5b-615148da754b" providerId="ADAL" clId="{DA3F7AB2-E862-4572-8940-3A3A1EE99E69}" dt="2026-04-28T18:00:14.817" v="12447" actId="26606"/>
          <ac:spMkLst>
            <pc:docMk/>
            <pc:sldMk cId="2927872854" sldId="267"/>
            <ac:spMk id="2" creationId="{37FE865E-3C4D-A816-EA7B-4E1D1CC464DB}"/>
          </ac:spMkLst>
        </pc:spChg>
        <pc:spChg chg="mod">
          <ac:chgData name="Wimmer, Ethan" userId="fba856c3-0395-447d-8c5b-615148da754b" providerId="ADAL" clId="{DA3F7AB2-E862-4572-8940-3A3A1EE99E69}" dt="2026-04-28T18:00:14.817" v="12447" actId="26606"/>
          <ac:spMkLst>
            <pc:docMk/>
            <pc:sldMk cId="2927872854" sldId="267"/>
            <ac:spMk id="3" creationId="{C6BDACAA-A22D-33C8-20D4-895DC6BD1C9B}"/>
          </ac:spMkLst>
        </pc:spChg>
        <pc:spChg chg="add">
          <ac:chgData name="Wimmer, Ethan" userId="fba856c3-0395-447d-8c5b-615148da754b" providerId="ADAL" clId="{DA3F7AB2-E862-4572-8940-3A3A1EE99E69}" dt="2026-04-28T18:00:14.817" v="12447" actId="26606"/>
          <ac:spMkLst>
            <pc:docMk/>
            <pc:sldMk cId="2927872854" sldId="267"/>
            <ac:spMk id="8" creationId="{DBF61EA3-B236-439E-9C0B-340980D56BEE}"/>
          </ac:spMkLst>
        </pc:spChg>
        <pc:spChg chg="add">
          <ac:chgData name="Wimmer, Ethan" userId="fba856c3-0395-447d-8c5b-615148da754b" providerId="ADAL" clId="{DA3F7AB2-E862-4572-8940-3A3A1EE99E69}" dt="2026-04-28T18:00:14.817" v="12447" actId="26606"/>
          <ac:spMkLst>
            <pc:docMk/>
            <pc:sldMk cId="2927872854" sldId="267"/>
            <ac:spMk id="14" creationId="{E659831F-0D9A-4C63-9EBB-8435B85A440F}"/>
          </ac:spMkLst>
        </pc:spChg>
        <pc:grpChg chg="add">
          <ac:chgData name="Wimmer, Ethan" userId="fba856c3-0395-447d-8c5b-615148da754b" providerId="ADAL" clId="{DA3F7AB2-E862-4572-8940-3A3A1EE99E69}" dt="2026-04-28T18:00:14.817" v="12447" actId="26606"/>
          <ac:grpSpMkLst>
            <pc:docMk/>
            <pc:sldMk cId="2927872854" sldId="267"/>
            <ac:grpSpMk id="10" creationId="{28FAF094-D087-493F-8DF9-A486C2D6BBAA}"/>
          </ac:grpSpMkLst>
        </pc:grpChg>
      </pc:sldChg>
      <pc:sldChg chg="addSp modSp add mod setBg">
        <pc:chgData name="Wimmer, Ethan" userId="fba856c3-0395-447d-8c5b-615148da754b" providerId="ADAL" clId="{DA3F7AB2-E862-4572-8940-3A3A1EE99E69}" dt="2026-04-28T18:00:41.106" v="12451" actId="26606"/>
        <pc:sldMkLst>
          <pc:docMk/>
          <pc:sldMk cId="3888036949" sldId="268"/>
        </pc:sldMkLst>
        <pc:spChg chg="mod">
          <ac:chgData name="Wimmer, Ethan" userId="fba856c3-0395-447d-8c5b-615148da754b" providerId="ADAL" clId="{DA3F7AB2-E862-4572-8940-3A3A1EE99E69}" dt="2026-04-28T18:00:41.106" v="12451" actId="26606"/>
          <ac:spMkLst>
            <pc:docMk/>
            <pc:sldMk cId="3888036949" sldId="268"/>
            <ac:spMk id="2" creationId="{C370A391-0DA2-90E4-7BF6-0CC94456EBA0}"/>
          </ac:spMkLst>
        </pc:spChg>
        <pc:spChg chg="mod">
          <ac:chgData name="Wimmer, Ethan" userId="fba856c3-0395-447d-8c5b-615148da754b" providerId="ADAL" clId="{DA3F7AB2-E862-4572-8940-3A3A1EE99E69}" dt="2026-04-28T18:00:41.106" v="12451" actId="26606"/>
          <ac:spMkLst>
            <pc:docMk/>
            <pc:sldMk cId="3888036949" sldId="268"/>
            <ac:spMk id="3" creationId="{ED1B91C9-909B-D6D0-7441-E0EC1438FF66}"/>
          </ac:spMkLst>
        </pc:spChg>
        <pc:spChg chg="add">
          <ac:chgData name="Wimmer, Ethan" userId="fba856c3-0395-447d-8c5b-615148da754b" providerId="ADAL" clId="{DA3F7AB2-E862-4572-8940-3A3A1EE99E69}" dt="2026-04-28T18:00:41.106" v="12451" actId="26606"/>
          <ac:spMkLst>
            <pc:docMk/>
            <pc:sldMk cId="3888036949" sldId="268"/>
            <ac:spMk id="8" creationId="{4DA718D0-4865-4629-8134-44F68D41D574}"/>
          </ac:spMkLst>
        </pc:spChg>
        <pc:spChg chg="add">
          <ac:chgData name="Wimmer, Ethan" userId="fba856c3-0395-447d-8c5b-615148da754b" providerId="ADAL" clId="{DA3F7AB2-E862-4572-8940-3A3A1EE99E69}" dt="2026-04-28T18:00:41.106" v="12451" actId="26606"/>
          <ac:spMkLst>
            <pc:docMk/>
            <pc:sldMk cId="3888036949" sldId="268"/>
            <ac:spMk id="14" creationId="{CBC4F608-B4B8-48C3-9572-C0F061B1CD99}"/>
          </ac:spMkLst>
        </pc:spChg>
        <pc:grpChg chg="add">
          <ac:chgData name="Wimmer, Ethan" userId="fba856c3-0395-447d-8c5b-615148da754b" providerId="ADAL" clId="{DA3F7AB2-E862-4572-8940-3A3A1EE99E69}" dt="2026-04-28T18:00:41.106" v="12451" actId="26606"/>
          <ac:grpSpMkLst>
            <pc:docMk/>
            <pc:sldMk cId="3888036949" sldId="268"/>
            <ac:grpSpMk id="10" creationId="{65167ED7-6315-43AB-B1B6-C326D5FD8F84}"/>
          </ac:grpSpMkLst>
        </pc:grpChg>
      </pc:sldChg>
      <pc:sldChg chg="addSp delSp modSp add mod setBg">
        <pc:chgData name="Wimmer, Ethan" userId="fba856c3-0395-447d-8c5b-615148da754b" providerId="ADAL" clId="{DA3F7AB2-E862-4572-8940-3A3A1EE99E69}" dt="2026-04-28T18:01:24.177" v="12455" actId="26606"/>
        <pc:sldMkLst>
          <pc:docMk/>
          <pc:sldMk cId="2053116433" sldId="269"/>
        </pc:sldMkLst>
        <pc:spChg chg="mod">
          <ac:chgData name="Wimmer, Ethan" userId="fba856c3-0395-447d-8c5b-615148da754b" providerId="ADAL" clId="{DA3F7AB2-E862-4572-8940-3A3A1EE99E69}" dt="2026-04-28T18:01:24.177" v="12455" actId="26606"/>
          <ac:spMkLst>
            <pc:docMk/>
            <pc:sldMk cId="2053116433" sldId="269"/>
            <ac:spMk id="2" creationId="{AA79D1D6-BA58-9CB9-9003-6D1AA9337A83}"/>
          </ac:spMkLst>
        </pc:spChg>
        <pc:spChg chg="mod">
          <ac:chgData name="Wimmer, Ethan" userId="fba856c3-0395-447d-8c5b-615148da754b" providerId="ADAL" clId="{DA3F7AB2-E862-4572-8940-3A3A1EE99E69}" dt="2026-04-28T18:01:24.177" v="12455" actId="26606"/>
          <ac:spMkLst>
            <pc:docMk/>
            <pc:sldMk cId="2053116433" sldId="269"/>
            <ac:spMk id="3" creationId="{9A7371BF-2A6F-C495-E160-8824613FE4E4}"/>
          </ac:spMkLst>
        </pc:spChg>
        <pc:spChg chg="add">
          <ac:chgData name="Wimmer, Ethan" userId="fba856c3-0395-447d-8c5b-615148da754b" providerId="ADAL" clId="{DA3F7AB2-E862-4572-8940-3A3A1EE99E69}" dt="2026-04-28T18:01:24.177" v="12455" actId="26606"/>
          <ac:spMkLst>
            <pc:docMk/>
            <pc:sldMk cId="2053116433" sldId="269"/>
            <ac:spMk id="10" creationId="{DBC6133C-0615-4CE4-9132-37E609A9BDFA}"/>
          </ac:spMkLst>
        </pc:spChg>
        <pc:spChg chg="add">
          <ac:chgData name="Wimmer, Ethan" userId="fba856c3-0395-447d-8c5b-615148da754b" providerId="ADAL" clId="{DA3F7AB2-E862-4572-8940-3A3A1EE99E69}" dt="2026-04-28T18:01:24.177" v="12455" actId="26606"/>
          <ac:spMkLst>
            <pc:docMk/>
            <pc:sldMk cId="2053116433" sldId="269"/>
            <ac:spMk id="12" creationId="{169CC832-2974-4E8D-90ED-3E2941BA7336}"/>
          </ac:spMkLst>
        </pc:spChg>
        <pc:spChg chg="add">
          <ac:chgData name="Wimmer, Ethan" userId="fba856c3-0395-447d-8c5b-615148da754b" providerId="ADAL" clId="{DA3F7AB2-E862-4572-8940-3A3A1EE99E69}" dt="2026-04-28T18:01:24.177" v="12455" actId="26606"/>
          <ac:spMkLst>
            <pc:docMk/>
            <pc:sldMk cId="2053116433" sldId="269"/>
            <ac:spMk id="14" creationId="{55222F96-971A-4F90-B841-6BAB416C7AC1}"/>
          </ac:spMkLst>
        </pc:spChg>
        <pc:spChg chg="add">
          <ac:chgData name="Wimmer, Ethan" userId="fba856c3-0395-447d-8c5b-615148da754b" providerId="ADAL" clId="{DA3F7AB2-E862-4572-8940-3A3A1EE99E69}" dt="2026-04-28T18:01:24.177" v="12455" actId="26606"/>
          <ac:spMkLst>
            <pc:docMk/>
            <pc:sldMk cId="2053116433" sldId="269"/>
            <ac:spMk id="16" creationId="{08980754-6F4B-43C9-B9BE-127B6BED6586}"/>
          </ac:spMkLst>
        </pc:spChg>
        <pc:spChg chg="add">
          <ac:chgData name="Wimmer, Ethan" userId="fba856c3-0395-447d-8c5b-615148da754b" providerId="ADAL" clId="{DA3F7AB2-E862-4572-8940-3A3A1EE99E69}" dt="2026-04-28T18:01:24.177" v="12455" actId="26606"/>
          <ac:spMkLst>
            <pc:docMk/>
            <pc:sldMk cId="2053116433" sldId="269"/>
            <ac:spMk id="18" creationId="{2C1BBA94-3F40-40AA-8BB9-E69E25E537C1}"/>
          </ac:spMkLst>
        </pc:spChg>
        <pc:picChg chg="add mod">
          <ac:chgData name="Wimmer, Ethan" userId="fba856c3-0395-447d-8c5b-615148da754b" providerId="ADAL" clId="{DA3F7AB2-E862-4572-8940-3A3A1EE99E69}" dt="2026-04-28T18:01:24.177" v="12455" actId="26606"/>
          <ac:picMkLst>
            <pc:docMk/>
            <pc:sldMk cId="2053116433" sldId="269"/>
            <ac:picMk id="5" creationId="{29D3897E-A520-5C79-D226-D569D7343B3A}"/>
          </ac:picMkLst>
        </pc:picChg>
        <pc:picChg chg="add del mod">
          <ac:chgData name="Wimmer, Ethan" userId="fba856c3-0395-447d-8c5b-615148da754b" providerId="ADAL" clId="{DA3F7AB2-E862-4572-8940-3A3A1EE99E69}" dt="2026-04-28T02:32:49.104" v="4436" actId="478"/>
          <ac:picMkLst>
            <pc:docMk/>
            <pc:sldMk cId="2053116433" sldId="269"/>
            <ac:picMk id="6" creationId="{C149F9AC-DCA4-7969-B4A8-ABF507B71324}"/>
          </ac:picMkLst>
        </pc:picChg>
      </pc:sldChg>
      <pc:sldChg chg="addSp modSp add mod setBg">
        <pc:chgData name="Wimmer, Ethan" userId="fba856c3-0395-447d-8c5b-615148da754b" providerId="ADAL" clId="{DA3F7AB2-E862-4572-8940-3A3A1EE99E69}" dt="2026-04-28T18:01:30.418" v="12456" actId="26606"/>
        <pc:sldMkLst>
          <pc:docMk/>
          <pc:sldMk cId="660099531" sldId="270"/>
        </pc:sldMkLst>
        <pc:spChg chg="mod">
          <ac:chgData name="Wimmer, Ethan" userId="fba856c3-0395-447d-8c5b-615148da754b" providerId="ADAL" clId="{DA3F7AB2-E862-4572-8940-3A3A1EE99E69}" dt="2026-04-28T18:01:30.418" v="12456" actId="26606"/>
          <ac:spMkLst>
            <pc:docMk/>
            <pc:sldMk cId="660099531" sldId="270"/>
            <ac:spMk id="2" creationId="{8950F83A-6E13-75AA-C939-242578C86BA4}"/>
          </ac:spMkLst>
        </pc:spChg>
        <pc:spChg chg="mod">
          <ac:chgData name="Wimmer, Ethan" userId="fba856c3-0395-447d-8c5b-615148da754b" providerId="ADAL" clId="{DA3F7AB2-E862-4572-8940-3A3A1EE99E69}" dt="2026-04-28T18:01:30.418" v="12456" actId="26606"/>
          <ac:spMkLst>
            <pc:docMk/>
            <pc:sldMk cId="660099531" sldId="270"/>
            <ac:spMk id="3" creationId="{E4616C9A-F218-BD00-569F-8A38729B955B}"/>
          </ac:spMkLst>
        </pc:spChg>
        <pc:spChg chg="add">
          <ac:chgData name="Wimmer, Ethan" userId="fba856c3-0395-447d-8c5b-615148da754b" providerId="ADAL" clId="{DA3F7AB2-E862-4572-8940-3A3A1EE99E69}" dt="2026-04-28T18:01:30.418" v="12456" actId="26606"/>
          <ac:spMkLst>
            <pc:docMk/>
            <pc:sldMk cId="660099531" sldId="270"/>
            <ac:spMk id="10" creationId="{DBC6133C-0615-4CE4-9132-37E609A9BDFA}"/>
          </ac:spMkLst>
        </pc:spChg>
        <pc:spChg chg="add">
          <ac:chgData name="Wimmer, Ethan" userId="fba856c3-0395-447d-8c5b-615148da754b" providerId="ADAL" clId="{DA3F7AB2-E862-4572-8940-3A3A1EE99E69}" dt="2026-04-28T18:01:30.418" v="12456" actId="26606"/>
          <ac:spMkLst>
            <pc:docMk/>
            <pc:sldMk cId="660099531" sldId="270"/>
            <ac:spMk id="12" creationId="{169CC832-2974-4E8D-90ED-3E2941BA7336}"/>
          </ac:spMkLst>
        </pc:spChg>
        <pc:spChg chg="add">
          <ac:chgData name="Wimmer, Ethan" userId="fba856c3-0395-447d-8c5b-615148da754b" providerId="ADAL" clId="{DA3F7AB2-E862-4572-8940-3A3A1EE99E69}" dt="2026-04-28T18:01:30.418" v="12456" actId="26606"/>
          <ac:spMkLst>
            <pc:docMk/>
            <pc:sldMk cId="660099531" sldId="270"/>
            <ac:spMk id="14" creationId="{55222F96-971A-4F90-B841-6BAB416C7AC1}"/>
          </ac:spMkLst>
        </pc:spChg>
        <pc:spChg chg="add">
          <ac:chgData name="Wimmer, Ethan" userId="fba856c3-0395-447d-8c5b-615148da754b" providerId="ADAL" clId="{DA3F7AB2-E862-4572-8940-3A3A1EE99E69}" dt="2026-04-28T18:01:30.418" v="12456" actId="26606"/>
          <ac:spMkLst>
            <pc:docMk/>
            <pc:sldMk cId="660099531" sldId="270"/>
            <ac:spMk id="16" creationId="{08980754-6F4B-43C9-B9BE-127B6BED6586}"/>
          </ac:spMkLst>
        </pc:spChg>
        <pc:spChg chg="add">
          <ac:chgData name="Wimmer, Ethan" userId="fba856c3-0395-447d-8c5b-615148da754b" providerId="ADAL" clId="{DA3F7AB2-E862-4572-8940-3A3A1EE99E69}" dt="2026-04-28T18:01:30.418" v="12456" actId="26606"/>
          <ac:spMkLst>
            <pc:docMk/>
            <pc:sldMk cId="660099531" sldId="270"/>
            <ac:spMk id="18" creationId="{2C1BBA94-3F40-40AA-8BB9-E69E25E537C1}"/>
          </ac:spMkLst>
        </pc:spChg>
        <pc:picChg chg="add mod">
          <ac:chgData name="Wimmer, Ethan" userId="fba856c3-0395-447d-8c5b-615148da754b" providerId="ADAL" clId="{DA3F7AB2-E862-4572-8940-3A3A1EE99E69}" dt="2026-04-28T18:01:30.418" v="12456" actId="26606"/>
          <ac:picMkLst>
            <pc:docMk/>
            <pc:sldMk cId="660099531" sldId="270"/>
            <ac:picMk id="5" creationId="{C62B71BF-2594-0D5C-DC9C-A7FC614F812D}"/>
          </ac:picMkLst>
        </pc:picChg>
      </pc:sldChg>
      <pc:sldChg chg="addSp modSp add mod setBg">
        <pc:chgData name="Wimmer, Ethan" userId="fba856c3-0395-447d-8c5b-615148da754b" providerId="ADAL" clId="{DA3F7AB2-E862-4572-8940-3A3A1EE99E69}" dt="2026-04-28T18:01:50.443" v="12457" actId="26606"/>
        <pc:sldMkLst>
          <pc:docMk/>
          <pc:sldMk cId="3674883534" sldId="271"/>
        </pc:sldMkLst>
        <pc:spChg chg="mod">
          <ac:chgData name="Wimmer, Ethan" userId="fba856c3-0395-447d-8c5b-615148da754b" providerId="ADAL" clId="{DA3F7AB2-E862-4572-8940-3A3A1EE99E69}" dt="2026-04-28T18:01:50.443" v="12457" actId="26606"/>
          <ac:spMkLst>
            <pc:docMk/>
            <pc:sldMk cId="3674883534" sldId="271"/>
            <ac:spMk id="2" creationId="{16E7E480-B3F2-587C-D852-9A3AC43407CB}"/>
          </ac:spMkLst>
        </pc:spChg>
        <pc:spChg chg="mod">
          <ac:chgData name="Wimmer, Ethan" userId="fba856c3-0395-447d-8c5b-615148da754b" providerId="ADAL" clId="{DA3F7AB2-E862-4572-8940-3A3A1EE99E69}" dt="2026-04-28T18:01:50.443" v="12457" actId="26606"/>
          <ac:spMkLst>
            <pc:docMk/>
            <pc:sldMk cId="3674883534" sldId="271"/>
            <ac:spMk id="3" creationId="{70518541-5FBD-8BB3-9432-206279944F00}"/>
          </ac:spMkLst>
        </pc:spChg>
        <pc:spChg chg="add">
          <ac:chgData name="Wimmer, Ethan" userId="fba856c3-0395-447d-8c5b-615148da754b" providerId="ADAL" clId="{DA3F7AB2-E862-4572-8940-3A3A1EE99E69}" dt="2026-04-28T18:01:50.443" v="12457" actId="26606"/>
          <ac:spMkLst>
            <pc:docMk/>
            <pc:sldMk cId="3674883534" sldId="271"/>
            <ac:spMk id="8" creationId="{B6CDA21F-E7AF-4C75-8395-33F58D5B0E45}"/>
          </ac:spMkLst>
        </pc:spChg>
        <pc:spChg chg="add">
          <ac:chgData name="Wimmer, Ethan" userId="fba856c3-0395-447d-8c5b-615148da754b" providerId="ADAL" clId="{DA3F7AB2-E862-4572-8940-3A3A1EE99E69}" dt="2026-04-28T18:01:50.443" v="12457" actId="26606"/>
          <ac:spMkLst>
            <pc:docMk/>
            <pc:sldMk cId="3674883534" sldId="271"/>
            <ac:spMk id="15" creationId="{D5B0017B-2ECA-49AF-B397-DC140825DF8D}"/>
          </ac:spMkLst>
        </pc:spChg>
        <pc:grpChg chg="add">
          <ac:chgData name="Wimmer, Ethan" userId="fba856c3-0395-447d-8c5b-615148da754b" providerId="ADAL" clId="{DA3F7AB2-E862-4572-8940-3A3A1EE99E69}" dt="2026-04-28T18:01:50.443" v="12457" actId="26606"/>
          <ac:grpSpMkLst>
            <pc:docMk/>
            <pc:sldMk cId="3674883534" sldId="271"/>
            <ac:grpSpMk id="10" creationId="{AE1C45F0-260A-458C-96ED-C1F6D2151219}"/>
          </ac:grpSpMkLst>
        </pc:grpChg>
        <pc:cxnChg chg="add">
          <ac:chgData name="Wimmer, Ethan" userId="fba856c3-0395-447d-8c5b-615148da754b" providerId="ADAL" clId="{DA3F7AB2-E862-4572-8940-3A3A1EE99E69}" dt="2026-04-28T18:01:50.443" v="12457" actId="26606"/>
          <ac:cxnSpMkLst>
            <pc:docMk/>
            <pc:sldMk cId="3674883534" sldId="271"/>
            <ac:cxnSpMk id="17" creationId="{6CF1BAF6-AD41-4082-B212-8A1F9A2E8779}"/>
          </ac:cxnSpMkLst>
        </pc:cxnChg>
      </pc:sldChg>
      <pc:sldChg chg="addSp delSp modSp add mod setBg">
        <pc:chgData name="Wimmer, Ethan" userId="fba856c3-0395-447d-8c5b-615148da754b" providerId="ADAL" clId="{DA3F7AB2-E862-4572-8940-3A3A1EE99E69}" dt="2026-04-28T18:02:06.938" v="12459" actId="26606"/>
        <pc:sldMkLst>
          <pc:docMk/>
          <pc:sldMk cId="1699808823" sldId="272"/>
        </pc:sldMkLst>
        <pc:spChg chg="mod">
          <ac:chgData name="Wimmer, Ethan" userId="fba856c3-0395-447d-8c5b-615148da754b" providerId="ADAL" clId="{DA3F7AB2-E862-4572-8940-3A3A1EE99E69}" dt="2026-04-28T18:02:06.938" v="12459" actId="26606"/>
          <ac:spMkLst>
            <pc:docMk/>
            <pc:sldMk cId="1699808823" sldId="272"/>
            <ac:spMk id="2" creationId="{51560719-055E-AC28-9AD8-0864AFAD80F6}"/>
          </ac:spMkLst>
        </pc:spChg>
        <pc:spChg chg="add del mod">
          <ac:chgData name="Wimmer, Ethan" userId="fba856c3-0395-447d-8c5b-615148da754b" providerId="ADAL" clId="{DA3F7AB2-E862-4572-8940-3A3A1EE99E69}" dt="2026-04-28T18:02:06.938" v="12459" actId="26606"/>
          <ac:spMkLst>
            <pc:docMk/>
            <pc:sldMk cId="1699808823" sldId="272"/>
            <ac:spMk id="3" creationId="{2FF3482B-591B-37B0-1339-49D326DD9C93}"/>
          </ac:spMkLst>
        </pc:spChg>
        <pc:spChg chg="add">
          <ac:chgData name="Wimmer, Ethan" userId="fba856c3-0395-447d-8c5b-615148da754b" providerId="ADAL" clId="{DA3F7AB2-E862-4572-8940-3A3A1EE99E69}" dt="2026-04-28T18:02:06.938" v="12459" actId="26606"/>
          <ac:spMkLst>
            <pc:docMk/>
            <pc:sldMk cId="1699808823" sldId="272"/>
            <ac:spMk id="12" creationId="{DBC6133C-0615-4CE4-9132-37E609A9BDFA}"/>
          </ac:spMkLst>
        </pc:spChg>
        <pc:spChg chg="add">
          <ac:chgData name="Wimmer, Ethan" userId="fba856c3-0395-447d-8c5b-615148da754b" providerId="ADAL" clId="{DA3F7AB2-E862-4572-8940-3A3A1EE99E69}" dt="2026-04-28T18:02:06.938" v="12459" actId="26606"/>
          <ac:spMkLst>
            <pc:docMk/>
            <pc:sldMk cId="1699808823" sldId="272"/>
            <ac:spMk id="14" creationId="{169CC832-2974-4E8D-90ED-3E2941BA7336}"/>
          </ac:spMkLst>
        </pc:spChg>
        <pc:spChg chg="add">
          <ac:chgData name="Wimmer, Ethan" userId="fba856c3-0395-447d-8c5b-615148da754b" providerId="ADAL" clId="{DA3F7AB2-E862-4572-8940-3A3A1EE99E69}" dt="2026-04-28T18:02:06.938" v="12459" actId="26606"/>
          <ac:spMkLst>
            <pc:docMk/>
            <pc:sldMk cId="1699808823" sldId="272"/>
            <ac:spMk id="16" creationId="{55222F96-971A-4F90-B841-6BAB416C7AC1}"/>
          </ac:spMkLst>
        </pc:spChg>
        <pc:spChg chg="add">
          <ac:chgData name="Wimmer, Ethan" userId="fba856c3-0395-447d-8c5b-615148da754b" providerId="ADAL" clId="{DA3F7AB2-E862-4572-8940-3A3A1EE99E69}" dt="2026-04-28T18:02:06.938" v="12459" actId="26606"/>
          <ac:spMkLst>
            <pc:docMk/>
            <pc:sldMk cId="1699808823" sldId="272"/>
            <ac:spMk id="18" creationId="{08980754-6F4B-43C9-B9BE-127B6BED6586}"/>
          </ac:spMkLst>
        </pc:spChg>
        <pc:spChg chg="add">
          <ac:chgData name="Wimmer, Ethan" userId="fba856c3-0395-447d-8c5b-615148da754b" providerId="ADAL" clId="{DA3F7AB2-E862-4572-8940-3A3A1EE99E69}" dt="2026-04-28T18:02:06.938" v="12459" actId="26606"/>
          <ac:spMkLst>
            <pc:docMk/>
            <pc:sldMk cId="1699808823" sldId="272"/>
            <ac:spMk id="20" creationId="{2C1BBA94-3F40-40AA-8BB9-E69E25E537C1}"/>
          </ac:spMkLst>
        </pc:spChg>
        <pc:picChg chg="add del mod ord">
          <ac:chgData name="Wimmer, Ethan" userId="fba856c3-0395-447d-8c5b-615148da754b" providerId="ADAL" clId="{DA3F7AB2-E862-4572-8940-3A3A1EE99E69}" dt="2026-04-28T02:55:09.373" v="5118" actId="22"/>
          <ac:picMkLst>
            <pc:docMk/>
            <pc:sldMk cId="1699808823" sldId="272"/>
            <ac:picMk id="5" creationId="{9D18CAAD-A9DA-48AC-FB21-BFB0AA6899A7}"/>
          </ac:picMkLst>
        </pc:picChg>
        <pc:picChg chg="add mod">
          <ac:chgData name="Wimmer, Ethan" userId="fba856c3-0395-447d-8c5b-615148da754b" providerId="ADAL" clId="{DA3F7AB2-E862-4572-8940-3A3A1EE99E69}" dt="2026-04-28T18:02:06.938" v="12459" actId="26606"/>
          <ac:picMkLst>
            <pc:docMk/>
            <pc:sldMk cId="1699808823" sldId="272"/>
            <ac:picMk id="7" creationId="{65D9B6FC-9367-6F54-8EDE-FDBA1BFAEAF4}"/>
          </ac:picMkLst>
        </pc:picChg>
      </pc:sldChg>
      <pc:sldChg chg="addSp delSp modSp add mod setBg">
        <pc:chgData name="Wimmer, Ethan" userId="fba856c3-0395-447d-8c5b-615148da754b" providerId="ADAL" clId="{DA3F7AB2-E862-4572-8940-3A3A1EE99E69}" dt="2026-04-28T17:59:15.661" v="12442" actId="26606"/>
        <pc:sldMkLst>
          <pc:docMk/>
          <pc:sldMk cId="4091432011" sldId="273"/>
        </pc:sldMkLst>
        <pc:spChg chg="mod">
          <ac:chgData name="Wimmer, Ethan" userId="fba856c3-0395-447d-8c5b-615148da754b" providerId="ADAL" clId="{DA3F7AB2-E862-4572-8940-3A3A1EE99E69}" dt="2026-04-28T17:59:15.661" v="12442" actId="26606"/>
          <ac:spMkLst>
            <pc:docMk/>
            <pc:sldMk cId="4091432011" sldId="273"/>
            <ac:spMk id="2" creationId="{B3F7DF3B-E419-5A67-692B-CD75577F8447}"/>
          </ac:spMkLst>
        </pc:spChg>
        <pc:spChg chg="mod">
          <ac:chgData name="Wimmer, Ethan" userId="fba856c3-0395-447d-8c5b-615148da754b" providerId="ADAL" clId="{DA3F7AB2-E862-4572-8940-3A3A1EE99E69}" dt="2026-04-28T17:59:15.661" v="12442" actId="26606"/>
          <ac:spMkLst>
            <pc:docMk/>
            <pc:sldMk cId="4091432011" sldId="273"/>
            <ac:spMk id="3" creationId="{E2DAF12F-EF59-7EAB-F5FE-69AFC8C256BD}"/>
          </ac:spMkLst>
        </pc:spChg>
        <pc:spChg chg="add">
          <ac:chgData name="Wimmer, Ethan" userId="fba856c3-0395-447d-8c5b-615148da754b" providerId="ADAL" clId="{DA3F7AB2-E862-4572-8940-3A3A1EE99E69}" dt="2026-04-28T17:59:15.661" v="12442" actId="26606"/>
          <ac:spMkLst>
            <pc:docMk/>
            <pc:sldMk cId="4091432011" sldId="273"/>
            <ac:spMk id="12" creationId="{DBC6133C-0615-4CE4-9132-37E609A9BDFA}"/>
          </ac:spMkLst>
        </pc:spChg>
        <pc:spChg chg="add">
          <ac:chgData name="Wimmer, Ethan" userId="fba856c3-0395-447d-8c5b-615148da754b" providerId="ADAL" clId="{DA3F7AB2-E862-4572-8940-3A3A1EE99E69}" dt="2026-04-28T17:59:15.661" v="12442" actId="26606"/>
          <ac:spMkLst>
            <pc:docMk/>
            <pc:sldMk cId="4091432011" sldId="273"/>
            <ac:spMk id="14" creationId="{169CC832-2974-4E8D-90ED-3E2941BA7336}"/>
          </ac:spMkLst>
        </pc:spChg>
        <pc:spChg chg="add">
          <ac:chgData name="Wimmer, Ethan" userId="fba856c3-0395-447d-8c5b-615148da754b" providerId="ADAL" clId="{DA3F7AB2-E862-4572-8940-3A3A1EE99E69}" dt="2026-04-28T17:59:15.661" v="12442" actId="26606"/>
          <ac:spMkLst>
            <pc:docMk/>
            <pc:sldMk cId="4091432011" sldId="273"/>
            <ac:spMk id="16" creationId="{55222F96-971A-4F90-B841-6BAB416C7AC1}"/>
          </ac:spMkLst>
        </pc:spChg>
        <pc:spChg chg="add">
          <ac:chgData name="Wimmer, Ethan" userId="fba856c3-0395-447d-8c5b-615148da754b" providerId="ADAL" clId="{DA3F7AB2-E862-4572-8940-3A3A1EE99E69}" dt="2026-04-28T17:59:15.661" v="12442" actId="26606"/>
          <ac:spMkLst>
            <pc:docMk/>
            <pc:sldMk cId="4091432011" sldId="273"/>
            <ac:spMk id="18" creationId="{08980754-6F4B-43C9-B9BE-127B6BED6586}"/>
          </ac:spMkLst>
        </pc:spChg>
        <pc:spChg chg="add">
          <ac:chgData name="Wimmer, Ethan" userId="fba856c3-0395-447d-8c5b-615148da754b" providerId="ADAL" clId="{DA3F7AB2-E862-4572-8940-3A3A1EE99E69}" dt="2026-04-28T17:59:15.661" v="12442" actId="26606"/>
          <ac:spMkLst>
            <pc:docMk/>
            <pc:sldMk cId="4091432011" sldId="273"/>
            <ac:spMk id="20" creationId="{2C1BBA94-3F40-40AA-8BB9-E69E25E537C1}"/>
          </ac:spMkLst>
        </pc:spChg>
        <pc:picChg chg="add del">
          <ac:chgData name="Wimmer, Ethan" userId="fba856c3-0395-447d-8c5b-615148da754b" providerId="ADAL" clId="{DA3F7AB2-E862-4572-8940-3A3A1EE99E69}" dt="2026-04-28T00:54:29.913" v="2496" actId="22"/>
          <ac:picMkLst>
            <pc:docMk/>
            <pc:sldMk cId="4091432011" sldId="273"/>
            <ac:picMk id="5" creationId="{B358BD5E-7A01-0009-85AA-FAC9B85745B5}"/>
          </ac:picMkLst>
        </pc:picChg>
        <pc:picChg chg="add mod">
          <ac:chgData name="Wimmer, Ethan" userId="fba856c3-0395-447d-8c5b-615148da754b" providerId="ADAL" clId="{DA3F7AB2-E862-4572-8940-3A3A1EE99E69}" dt="2026-04-28T17:59:15.661" v="12442" actId="26606"/>
          <ac:picMkLst>
            <pc:docMk/>
            <pc:sldMk cId="4091432011" sldId="273"/>
            <ac:picMk id="7" creationId="{36512269-A50C-5794-F6A3-AE055CBECD19}"/>
          </ac:picMkLst>
        </pc:picChg>
      </pc:sldChg>
      <pc:sldChg chg="addSp modSp add del mod">
        <pc:chgData name="Wimmer, Ethan" userId="fba856c3-0395-447d-8c5b-615148da754b" providerId="ADAL" clId="{DA3F7AB2-E862-4572-8940-3A3A1EE99E69}" dt="2026-04-28T00:58:43.512" v="2533" actId="47"/>
        <pc:sldMkLst>
          <pc:docMk/>
          <pc:sldMk cId="587019024" sldId="274"/>
        </pc:sldMkLst>
        <pc:spChg chg="add">
          <ac:chgData name="Wimmer, Ethan" userId="fba856c3-0395-447d-8c5b-615148da754b" providerId="ADAL" clId="{DA3F7AB2-E862-4572-8940-3A3A1EE99E69}" dt="2026-04-28T00:58:20.451" v="2530"/>
          <ac:spMkLst>
            <pc:docMk/>
            <pc:sldMk cId="587019024" sldId="274"/>
            <ac:spMk id="4" creationId="{562C09F4-2841-00AD-372A-E94C3F97743A}"/>
          </ac:spMkLst>
        </pc:spChg>
        <pc:picChg chg="mod">
          <ac:chgData name="Wimmer, Ethan" userId="fba856c3-0395-447d-8c5b-615148da754b" providerId="ADAL" clId="{DA3F7AB2-E862-4572-8940-3A3A1EE99E69}" dt="2026-04-28T00:58:26.471" v="2532" actId="1076"/>
          <ac:picMkLst>
            <pc:docMk/>
            <pc:sldMk cId="587019024" sldId="274"/>
            <ac:picMk id="7" creationId="{D49C2F68-6BA2-1E80-62B2-B058D2DDBFE8}"/>
          </ac:picMkLst>
        </pc:picChg>
      </pc:sldChg>
      <pc:sldChg chg="addSp delSp modSp add mod setBg">
        <pc:chgData name="Wimmer, Ethan" userId="fba856c3-0395-447d-8c5b-615148da754b" providerId="ADAL" clId="{DA3F7AB2-E862-4572-8940-3A3A1EE99E69}" dt="2026-04-28T17:59:26.289" v="12443" actId="26606"/>
        <pc:sldMkLst>
          <pc:docMk/>
          <pc:sldMk cId="2089764894" sldId="274"/>
        </pc:sldMkLst>
        <pc:spChg chg="mod">
          <ac:chgData name="Wimmer, Ethan" userId="fba856c3-0395-447d-8c5b-615148da754b" providerId="ADAL" clId="{DA3F7AB2-E862-4572-8940-3A3A1EE99E69}" dt="2026-04-28T17:59:26.289" v="12443" actId="26606"/>
          <ac:spMkLst>
            <pc:docMk/>
            <pc:sldMk cId="2089764894" sldId="274"/>
            <ac:spMk id="2" creationId="{C81AE84D-F102-C529-F128-63A6BB0E1455}"/>
          </ac:spMkLst>
        </pc:spChg>
        <pc:spChg chg="mod">
          <ac:chgData name="Wimmer, Ethan" userId="fba856c3-0395-447d-8c5b-615148da754b" providerId="ADAL" clId="{DA3F7AB2-E862-4572-8940-3A3A1EE99E69}" dt="2026-04-28T17:59:26.289" v="12443" actId="26606"/>
          <ac:spMkLst>
            <pc:docMk/>
            <pc:sldMk cId="2089764894" sldId="274"/>
            <ac:spMk id="3" creationId="{7025D84F-1D86-98ED-691F-92479B067E93}"/>
          </ac:spMkLst>
        </pc:spChg>
        <pc:spChg chg="add">
          <ac:chgData name="Wimmer, Ethan" userId="fba856c3-0395-447d-8c5b-615148da754b" providerId="ADAL" clId="{DA3F7AB2-E862-4572-8940-3A3A1EE99E69}" dt="2026-04-28T17:59:26.289" v="12443" actId="26606"/>
          <ac:spMkLst>
            <pc:docMk/>
            <pc:sldMk cId="2089764894" sldId="274"/>
            <ac:spMk id="10" creationId="{DBC6133C-0615-4CE4-9132-37E609A9BDFA}"/>
          </ac:spMkLst>
        </pc:spChg>
        <pc:spChg chg="add">
          <ac:chgData name="Wimmer, Ethan" userId="fba856c3-0395-447d-8c5b-615148da754b" providerId="ADAL" clId="{DA3F7AB2-E862-4572-8940-3A3A1EE99E69}" dt="2026-04-28T17:59:26.289" v="12443" actId="26606"/>
          <ac:spMkLst>
            <pc:docMk/>
            <pc:sldMk cId="2089764894" sldId="274"/>
            <ac:spMk id="12" creationId="{169CC832-2974-4E8D-90ED-3E2941BA7336}"/>
          </ac:spMkLst>
        </pc:spChg>
        <pc:spChg chg="add">
          <ac:chgData name="Wimmer, Ethan" userId="fba856c3-0395-447d-8c5b-615148da754b" providerId="ADAL" clId="{DA3F7AB2-E862-4572-8940-3A3A1EE99E69}" dt="2026-04-28T17:59:26.289" v="12443" actId="26606"/>
          <ac:spMkLst>
            <pc:docMk/>
            <pc:sldMk cId="2089764894" sldId="274"/>
            <ac:spMk id="14" creationId="{55222F96-971A-4F90-B841-6BAB416C7AC1}"/>
          </ac:spMkLst>
        </pc:spChg>
        <pc:spChg chg="add">
          <ac:chgData name="Wimmer, Ethan" userId="fba856c3-0395-447d-8c5b-615148da754b" providerId="ADAL" clId="{DA3F7AB2-E862-4572-8940-3A3A1EE99E69}" dt="2026-04-28T17:59:26.289" v="12443" actId="26606"/>
          <ac:spMkLst>
            <pc:docMk/>
            <pc:sldMk cId="2089764894" sldId="274"/>
            <ac:spMk id="16" creationId="{08980754-6F4B-43C9-B9BE-127B6BED6586}"/>
          </ac:spMkLst>
        </pc:spChg>
        <pc:spChg chg="add">
          <ac:chgData name="Wimmer, Ethan" userId="fba856c3-0395-447d-8c5b-615148da754b" providerId="ADAL" clId="{DA3F7AB2-E862-4572-8940-3A3A1EE99E69}" dt="2026-04-28T17:59:26.289" v="12443" actId="26606"/>
          <ac:spMkLst>
            <pc:docMk/>
            <pc:sldMk cId="2089764894" sldId="274"/>
            <ac:spMk id="18" creationId="{2C1BBA94-3F40-40AA-8BB9-E69E25E537C1}"/>
          </ac:spMkLst>
        </pc:spChg>
        <pc:picChg chg="add mod">
          <ac:chgData name="Wimmer, Ethan" userId="fba856c3-0395-447d-8c5b-615148da754b" providerId="ADAL" clId="{DA3F7AB2-E862-4572-8940-3A3A1EE99E69}" dt="2026-04-28T17:59:26.289" v="12443" actId="26606"/>
          <ac:picMkLst>
            <pc:docMk/>
            <pc:sldMk cId="2089764894" sldId="274"/>
            <ac:picMk id="5" creationId="{46D48CBB-2A0D-2F8E-09C3-28274FE02E12}"/>
          </ac:picMkLst>
        </pc:picChg>
        <pc:picChg chg="del">
          <ac:chgData name="Wimmer, Ethan" userId="fba856c3-0395-447d-8c5b-615148da754b" providerId="ADAL" clId="{DA3F7AB2-E862-4572-8940-3A3A1EE99E69}" dt="2026-04-28T00:59:09.580" v="2538" actId="478"/>
          <ac:picMkLst>
            <pc:docMk/>
            <pc:sldMk cId="2089764894" sldId="274"/>
            <ac:picMk id="7" creationId="{805B7BCC-0085-9925-499F-B9ABDC3BF98F}"/>
          </ac:picMkLst>
        </pc:picChg>
      </pc:sldChg>
      <pc:sldChg chg="addSp modSp add mod setBg">
        <pc:chgData name="Wimmer, Ethan" userId="fba856c3-0395-447d-8c5b-615148da754b" providerId="ADAL" clId="{DA3F7AB2-E862-4572-8940-3A3A1EE99E69}" dt="2026-04-28T17:59:48.969" v="12444" actId="26606"/>
        <pc:sldMkLst>
          <pc:docMk/>
          <pc:sldMk cId="2371796587" sldId="275"/>
        </pc:sldMkLst>
        <pc:spChg chg="mod">
          <ac:chgData name="Wimmer, Ethan" userId="fba856c3-0395-447d-8c5b-615148da754b" providerId="ADAL" clId="{DA3F7AB2-E862-4572-8940-3A3A1EE99E69}" dt="2026-04-28T17:59:48.969" v="12444" actId="26606"/>
          <ac:spMkLst>
            <pc:docMk/>
            <pc:sldMk cId="2371796587" sldId="275"/>
            <ac:spMk id="2" creationId="{7144177D-CB6B-C499-B3A6-9362442F02E8}"/>
          </ac:spMkLst>
        </pc:spChg>
        <pc:spChg chg="mod">
          <ac:chgData name="Wimmer, Ethan" userId="fba856c3-0395-447d-8c5b-615148da754b" providerId="ADAL" clId="{DA3F7AB2-E862-4572-8940-3A3A1EE99E69}" dt="2026-04-28T17:59:48.969" v="12444" actId="26606"/>
          <ac:spMkLst>
            <pc:docMk/>
            <pc:sldMk cId="2371796587" sldId="275"/>
            <ac:spMk id="3" creationId="{DD593CF9-3407-FB12-AC61-6BCE8A8082D2}"/>
          </ac:spMkLst>
        </pc:spChg>
        <pc:spChg chg="add">
          <ac:chgData name="Wimmer, Ethan" userId="fba856c3-0395-447d-8c5b-615148da754b" providerId="ADAL" clId="{DA3F7AB2-E862-4572-8940-3A3A1EE99E69}" dt="2026-04-28T17:59:48.969" v="12444" actId="26606"/>
          <ac:spMkLst>
            <pc:docMk/>
            <pc:sldMk cId="2371796587" sldId="275"/>
            <ac:spMk id="8" creationId="{B6CDA21F-E7AF-4C75-8395-33F58D5B0E45}"/>
          </ac:spMkLst>
        </pc:spChg>
        <pc:spChg chg="add">
          <ac:chgData name="Wimmer, Ethan" userId="fba856c3-0395-447d-8c5b-615148da754b" providerId="ADAL" clId="{DA3F7AB2-E862-4572-8940-3A3A1EE99E69}" dt="2026-04-28T17:59:48.969" v="12444" actId="26606"/>
          <ac:spMkLst>
            <pc:docMk/>
            <pc:sldMk cId="2371796587" sldId="275"/>
            <ac:spMk id="15" creationId="{D5B0017B-2ECA-49AF-B397-DC140825DF8D}"/>
          </ac:spMkLst>
        </pc:spChg>
        <pc:grpChg chg="add">
          <ac:chgData name="Wimmer, Ethan" userId="fba856c3-0395-447d-8c5b-615148da754b" providerId="ADAL" clId="{DA3F7AB2-E862-4572-8940-3A3A1EE99E69}" dt="2026-04-28T17:59:48.969" v="12444" actId="26606"/>
          <ac:grpSpMkLst>
            <pc:docMk/>
            <pc:sldMk cId="2371796587" sldId="275"/>
            <ac:grpSpMk id="10" creationId="{AE1C45F0-260A-458C-96ED-C1F6D2151219}"/>
          </ac:grpSpMkLst>
        </pc:grpChg>
        <pc:cxnChg chg="add">
          <ac:chgData name="Wimmer, Ethan" userId="fba856c3-0395-447d-8c5b-615148da754b" providerId="ADAL" clId="{DA3F7AB2-E862-4572-8940-3A3A1EE99E69}" dt="2026-04-28T17:59:48.969" v="12444" actId="26606"/>
          <ac:cxnSpMkLst>
            <pc:docMk/>
            <pc:sldMk cId="2371796587" sldId="275"/>
            <ac:cxnSpMk id="17" creationId="{6CF1BAF6-AD41-4082-B212-8A1F9A2E8779}"/>
          </ac:cxnSpMkLst>
        </pc:cxnChg>
      </pc:sldChg>
      <pc:sldChg chg="addSp delSp modSp add mod setBg">
        <pc:chgData name="Wimmer, Ethan" userId="fba856c3-0395-447d-8c5b-615148da754b" providerId="ADAL" clId="{DA3F7AB2-E862-4572-8940-3A3A1EE99E69}" dt="2026-04-28T17:59:58.745" v="12445" actId="26606"/>
        <pc:sldMkLst>
          <pc:docMk/>
          <pc:sldMk cId="2607049295" sldId="276"/>
        </pc:sldMkLst>
        <pc:spChg chg="mod">
          <ac:chgData name="Wimmer, Ethan" userId="fba856c3-0395-447d-8c5b-615148da754b" providerId="ADAL" clId="{DA3F7AB2-E862-4572-8940-3A3A1EE99E69}" dt="2026-04-28T17:59:58.745" v="12445" actId="26606"/>
          <ac:spMkLst>
            <pc:docMk/>
            <pc:sldMk cId="2607049295" sldId="276"/>
            <ac:spMk id="2" creationId="{F616BF75-12A5-DEAD-AB10-5E73C487CAB2}"/>
          </ac:spMkLst>
        </pc:spChg>
        <pc:spChg chg="mod">
          <ac:chgData name="Wimmer, Ethan" userId="fba856c3-0395-447d-8c5b-615148da754b" providerId="ADAL" clId="{DA3F7AB2-E862-4572-8940-3A3A1EE99E69}" dt="2026-04-28T17:59:58.745" v="12445" actId="26606"/>
          <ac:spMkLst>
            <pc:docMk/>
            <pc:sldMk cId="2607049295" sldId="276"/>
            <ac:spMk id="3" creationId="{DC286B9A-B3B6-A2DF-BE10-A53AF60763EC}"/>
          </ac:spMkLst>
        </pc:spChg>
        <pc:spChg chg="add">
          <ac:chgData name="Wimmer, Ethan" userId="fba856c3-0395-447d-8c5b-615148da754b" providerId="ADAL" clId="{DA3F7AB2-E862-4572-8940-3A3A1EE99E69}" dt="2026-04-28T17:59:58.745" v="12445" actId="26606"/>
          <ac:spMkLst>
            <pc:docMk/>
            <pc:sldMk cId="2607049295" sldId="276"/>
            <ac:spMk id="10" creationId="{DBC6133C-0615-4CE4-9132-37E609A9BDFA}"/>
          </ac:spMkLst>
        </pc:spChg>
        <pc:spChg chg="add">
          <ac:chgData name="Wimmer, Ethan" userId="fba856c3-0395-447d-8c5b-615148da754b" providerId="ADAL" clId="{DA3F7AB2-E862-4572-8940-3A3A1EE99E69}" dt="2026-04-28T17:59:58.745" v="12445" actId="26606"/>
          <ac:spMkLst>
            <pc:docMk/>
            <pc:sldMk cId="2607049295" sldId="276"/>
            <ac:spMk id="12" creationId="{169CC832-2974-4E8D-90ED-3E2941BA7336}"/>
          </ac:spMkLst>
        </pc:spChg>
        <pc:spChg chg="add">
          <ac:chgData name="Wimmer, Ethan" userId="fba856c3-0395-447d-8c5b-615148da754b" providerId="ADAL" clId="{DA3F7AB2-E862-4572-8940-3A3A1EE99E69}" dt="2026-04-28T17:59:58.745" v="12445" actId="26606"/>
          <ac:spMkLst>
            <pc:docMk/>
            <pc:sldMk cId="2607049295" sldId="276"/>
            <ac:spMk id="14" creationId="{55222F96-971A-4F90-B841-6BAB416C7AC1}"/>
          </ac:spMkLst>
        </pc:spChg>
        <pc:spChg chg="add">
          <ac:chgData name="Wimmer, Ethan" userId="fba856c3-0395-447d-8c5b-615148da754b" providerId="ADAL" clId="{DA3F7AB2-E862-4572-8940-3A3A1EE99E69}" dt="2026-04-28T17:59:58.745" v="12445" actId="26606"/>
          <ac:spMkLst>
            <pc:docMk/>
            <pc:sldMk cId="2607049295" sldId="276"/>
            <ac:spMk id="16" creationId="{08980754-6F4B-43C9-B9BE-127B6BED6586}"/>
          </ac:spMkLst>
        </pc:spChg>
        <pc:spChg chg="add">
          <ac:chgData name="Wimmer, Ethan" userId="fba856c3-0395-447d-8c5b-615148da754b" providerId="ADAL" clId="{DA3F7AB2-E862-4572-8940-3A3A1EE99E69}" dt="2026-04-28T17:59:58.745" v="12445" actId="26606"/>
          <ac:spMkLst>
            <pc:docMk/>
            <pc:sldMk cId="2607049295" sldId="276"/>
            <ac:spMk id="18" creationId="{2C1BBA94-3F40-40AA-8BB9-E69E25E537C1}"/>
          </ac:spMkLst>
        </pc:spChg>
        <pc:picChg chg="add mod">
          <ac:chgData name="Wimmer, Ethan" userId="fba856c3-0395-447d-8c5b-615148da754b" providerId="ADAL" clId="{DA3F7AB2-E862-4572-8940-3A3A1EE99E69}" dt="2026-04-28T17:59:58.745" v="12445" actId="26606"/>
          <ac:picMkLst>
            <pc:docMk/>
            <pc:sldMk cId="2607049295" sldId="276"/>
            <ac:picMk id="5" creationId="{336628F2-C183-A50B-499B-525B4AEC984B}"/>
          </ac:picMkLst>
        </pc:picChg>
        <pc:picChg chg="add del mod">
          <ac:chgData name="Wimmer, Ethan" userId="fba856c3-0395-447d-8c5b-615148da754b" providerId="ADAL" clId="{DA3F7AB2-E862-4572-8940-3A3A1EE99E69}" dt="2026-04-28T01:10:46.182" v="3142" actId="478"/>
          <ac:picMkLst>
            <pc:docMk/>
            <pc:sldMk cId="2607049295" sldId="276"/>
            <ac:picMk id="6" creationId="{4E4B9702-1EAF-E736-77A8-29F7E0CF0532}"/>
          </ac:picMkLst>
        </pc:picChg>
      </pc:sldChg>
      <pc:sldChg chg="addSp delSp modSp add mod setBg">
        <pc:chgData name="Wimmer, Ethan" userId="fba856c3-0395-447d-8c5b-615148da754b" providerId="ADAL" clId="{DA3F7AB2-E862-4572-8940-3A3A1EE99E69}" dt="2026-04-28T18:00:03.958" v="12446" actId="26606"/>
        <pc:sldMkLst>
          <pc:docMk/>
          <pc:sldMk cId="2888740713" sldId="277"/>
        </pc:sldMkLst>
        <pc:spChg chg="mod">
          <ac:chgData name="Wimmer, Ethan" userId="fba856c3-0395-447d-8c5b-615148da754b" providerId="ADAL" clId="{DA3F7AB2-E862-4572-8940-3A3A1EE99E69}" dt="2026-04-28T18:00:03.958" v="12446" actId="26606"/>
          <ac:spMkLst>
            <pc:docMk/>
            <pc:sldMk cId="2888740713" sldId="277"/>
            <ac:spMk id="2" creationId="{C3201817-FE8F-64D6-BC5C-9CC33CE78B8A}"/>
          </ac:spMkLst>
        </pc:spChg>
        <pc:spChg chg="mod">
          <ac:chgData name="Wimmer, Ethan" userId="fba856c3-0395-447d-8c5b-615148da754b" providerId="ADAL" clId="{DA3F7AB2-E862-4572-8940-3A3A1EE99E69}" dt="2026-04-28T18:00:03.958" v="12446" actId="26606"/>
          <ac:spMkLst>
            <pc:docMk/>
            <pc:sldMk cId="2888740713" sldId="277"/>
            <ac:spMk id="3" creationId="{2416C421-EFDC-1F4D-9E96-A6F041EF957E}"/>
          </ac:spMkLst>
        </pc:spChg>
        <pc:spChg chg="add">
          <ac:chgData name="Wimmer, Ethan" userId="fba856c3-0395-447d-8c5b-615148da754b" providerId="ADAL" clId="{DA3F7AB2-E862-4572-8940-3A3A1EE99E69}" dt="2026-04-28T18:00:03.958" v="12446" actId="26606"/>
          <ac:spMkLst>
            <pc:docMk/>
            <pc:sldMk cId="2888740713" sldId="277"/>
            <ac:spMk id="11" creationId="{DBC6133C-0615-4CE4-9132-37E609A9BDFA}"/>
          </ac:spMkLst>
        </pc:spChg>
        <pc:spChg chg="add">
          <ac:chgData name="Wimmer, Ethan" userId="fba856c3-0395-447d-8c5b-615148da754b" providerId="ADAL" clId="{DA3F7AB2-E862-4572-8940-3A3A1EE99E69}" dt="2026-04-28T18:00:03.958" v="12446" actId="26606"/>
          <ac:spMkLst>
            <pc:docMk/>
            <pc:sldMk cId="2888740713" sldId="277"/>
            <ac:spMk id="13" creationId="{169CC832-2974-4E8D-90ED-3E2941BA7336}"/>
          </ac:spMkLst>
        </pc:spChg>
        <pc:spChg chg="add">
          <ac:chgData name="Wimmer, Ethan" userId="fba856c3-0395-447d-8c5b-615148da754b" providerId="ADAL" clId="{DA3F7AB2-E862-4572-8940-3A3A1EE99E69}" dt="2026-04-28T18:00:03.958" v="12446" actId="26606"/>
          <ac:spMkLst>
            <pc:docMk/>
            <pc:sldMk cId="2888740713" sldId="277"/>
            <ac:spMk id="15" creationId="{55222F96-971A-4F90-B841-6BAB416C7AC1}"/>
          </ac:spMkLst>
        </pc:spChg>
        <pc:spChg chg="add">
          <ac:chgData name="Wimmer, Ethan" userId="fba856c3-0395-447d-8c5b-615148da754b" providerId="ADAL" clId="{DA3F7AB2-E862-4572-8940-3A3A1EE99E69}" dt="2026-04-28T18:00:03.958" v="12446" actId="26606"/>
          <ac:spMkLst>
            <pc:docMk/>
            <pc:sldMk cId="2888740713" sldId="277"/>
            <ac:spMk id="17" creationId="{08980754-6F4B-43C9-B9BE-127B6BED6586}"/>
          </ac:spMkLst>
        </pc:spChg>
        <pc:spChg chg="add">
          <ac:chgData name="Wimmer, Ethan" userId="fba856c3-0395-447d-8c5b-615148da754b" providerId="ADAL" clId="{DA3F7AB2-E862-4572-8940-3A3A1EE99E69}" dt="2026-04-28T18:00:03.958" v="12446" actId="26606"/>
          <ac:spMkLst>
            <pc:docMk/>
            <pc:sldMk cId="2888740713" sldId="277"/>
            <ac:spMk id="19" creationId="{2C1BBA94-3F40-40AA-8BB9-E69E25E537C1}"/>
          </ac:spMkLst>
        </pc:spChg>
        <pc:picChg chg="del">
          <ac:chgData name="Wimmer, Ethan" userId="fba856c3-0395-447d-8c5b-615148da754b" providerId="ADAL" clId="{DA3F7AB2-E862-4572-8940-3A3A1EE99E69}" dt="2026-04-28T01:27:21.612" v="3171" actId="478"/>
          <ac:picMkLst>
            <pc:docMk/>
            <pc:sldMk cId="2888740713" sldId="277"/>
            <ac:picMk id="5" creationId="{A1389A39-D058-3B77-A3A9-41CF9F5D0F96}"/>
          </ac:picMkLst>
        </pc:picChg>
        <pc:picChg chg="add mod">
          <ac:chgData name="Wimmer, Ethan" userId="fba856c3-0395-447d-8c5b-615148da754b" providerId="ADAL" clId="{DA3F7AB2-E862-4572-8940-3A3A1EE99E69}" dt="2026-04-28T18:00:03.958" v="12446" actId="26606"/>
          <ac:picMkLst>
            <pc:docMk/>
            <pc:sldMk cId="2888740713" sldId="277"/>
            <ac:picMk id="6" creationId="{5B50F84E-19E6-B83D-2740-1DA70B960122}"/>
          </ac:picMkLst>
        </pc:picChg>
      </pc:sldChg>
      <pc:sldChg chg="addSp delSp modSp add mod setBg">
        <pc:chgData name="Wimmer, Ethan" userId="fba856c3-0395-447d-8c5b-615148da754b" providerId="ADAL" clId="{DA3F7AB2-E862-4572-8940-3A3A1EE99E69}" dt="2026-04-28T18:00:18.824" v="12448" actId="26606"/>
        <pc:sldMkLst>
          <pc:docMk/>
          <pc:sldMk cId="3352735633" sldId="278"/>
        </pc:sldMkLst>
        <pc:spChg chg="mod">
          <ac:chgData name="Wimmer, Ethan" userId="fba856c3-0395-447d-8c5b-615148da754b" providerId="ADAL" clId="{DA3F7AB2-E862-4572-8940-3A3A1EE99E69}" dt="2026-04-28T18:00:18.824" v="12448" actId="26606"/>
          <ac:spMkLst>
            <pc:docMk/>
            <pc:sldMk cId="3352735633" sldId="278"/>
            <ac:spMk id="2" creationId="{7043ACA1-3BEA-264D-E4A8-B3E8E7A0FB99}"/>
          </ac:spMkLst>
        </pc:spChg>
        <pc:spChg chg="mod">
          <ac:chgData name="Wimmer, Ethan" userId="fba856c3-0395-447d-8c5b-615148da754b" providerId="ADAL" clId="{DA3F7AB2-E862-4572-8940-3A3A1EE99E69}" dt="2026-04-28T18:00:18.824" v="12448" actId="26606"/>
          <ac:spMkLst>
            <pc:docMk/>
            <pc:sldMk cId="3352735633" sldId="278"/>
            <ac:spMk id="3" creationId="{D1A992A2-A67D-BCD8-43DB-06ADCC43CAFE}"/>
          </ac:spMkLst>
        </pc:spChg>
        <pc:spChg chg="add del">
          <ac:chgData name="Wimmer, Ethan" userId="fba856c3-0395-447d-8c5b-615148da754b" providerId="ADAL" clId="{DA3F7AB2-E862-4572-8940-3A3A1EE99E69}" dt="2026-04-28T01:50:12.437" v="3399" actId="22"/>
          <ac:spMkLst>
            <pc:docMk/>
            <pc:sldMk cId="3352735633" sldId="278"/>
            <ac:spMk id="8" creationId="{E249CAA1-4632-46A1-1212-102F6530A398}"/>
          </ac:spMkLst>
        </pc:spChg>
        <pc:spChg chg="add">
          <ac:chgData name="Wimmer, Ethan" userId="fba856c3-0395-447d-8c5b-615148da754b" providerId="ADAL" clId="{DA3F7AB2-E862-4572-8940-3A3A1EE99E69}" dt="2026-04-28T18:00:18.824" v="12448" actId="26606"/>
          <ac:spMkLst>
            <pc:docMk/>
            <pc:sldMk cId="3352735633" sldId="278"/>
            <ac:spMk id="10" creationId="{DBC6133C-0615-4CE4-9132-37E609A9BDFA}"/>
          </ac:spMkLst>
        </pc:spChg>
        <pc:spChg chg="add">
          <ac:chgData name="Wimmer, Ethan" userId="fba856c3-0395-447d-8c5b-615148da754b" providerId="ADAL" clId="{DA3F7AB2-E862-4572-8940-3A3A1EE99E69}" dt="2026-04-28T18:00:18.824" v="12448" actId="26606"/>
          <ac:spMkLst>
            <pc:docMk/>
            <pc:sldMk cId="3352735633" sldId="278"/>
            <ac:spMk id="12" creationId="{169CC832-2974-4E8D-90ED-3E2941BA7336}"/>
          </ac:spMkLst>
        </pc:spChg>
        <pc:spChg chg="add">
          <ac:chgData name="Wimmer, Ethan" userId="fba856c3-0395-447d-8c5b-615148da754b" providerId="ADAL" clId="{DA3F7AB2-E862-4572-8940-3A3A1EE99E69}" dt="2026-04-28T18:00:18.824" v="12448" actId="26606"/>
          <ac:spMkLst>
            <pc:docMk/>
            <pc:sldMk cId="3352735633" sldId="278"/>
            <ac:spMk id="14" creationId="{55222F96-971A-4F90-B841-6BAB416C7AC1}"/>
          </ac:spMkLst>
        </pc:spChg>
        <pc:spChg chg="add">
          <ac:chgData name="Wimmer, Ethan" userId="fba856c3-0395-447d-8c5b-615148da754b" providerId="ADAL" clId="{DA3F7AB2-E862-4572-8940-3A3A1EE99E69}" dt="2026-04-28T18:00:18.824" v="12448" actId="26606"/>
          <ac:spMkLst>
            <pc:docMk/>
            <pc:sldMk cId="3352735633" sldId="278"/>
            <ac:spMk id="16" creationId="{08980754-6F4B-43C9-B9BE-127B6BED6586}"/>
          </ac:spMkLst>
        </pc:spChg>
        <pc:spChg chg="add">
          <ac:chgData name="Wimmer, Ethan" userId="fba856c3-0395-447d-8c5b-615148da754b" providerId="ADAL" clId="{DA3F7AB2-E862-4572-8940-3A3A1EE99E69}" dt="2026-04-28T18:00:18.824" v="12448" actId="26606"/>
          <ac:spMkLst>
            <pc:docMk/>
            <pc:sldMk cId="3352735633" sldId="278"/>
            <ac:spMk id="18" creationId="{2C1BBA94-3F40-40AA-8BB9-E69E25E537C1}"/>
          </ac:spMkLst>
        </pc:spChg>
        <pc:picChg chg="add mod">
          <ac:chgData name="Wimmer, Ethan" userId="fba856c3-0395-447d-8c5b-615148da754b" providerId="ADAL" clId="{DA3F7AB2-E862-4572-8940-3A3A1EE99E69}" dt="2026-04-28T18:00:18.824" v="12448" actId="26606"/>
          <ac:picMkLst>
            <pc:docMk/>
            <pc:sldMk cId="3352735633" sldId="278"/>
            <ac:picMk id="5" creationId="{982F5CD6-F3E8-C8E7-8F11-943AEE074C2B}"/>
          </ac:picMkLst>
        </pc:picChg>
        <pc:picChg chg="add del mod">
          <ac:chgData name="Wimmer, Ethan" userId="fba856c3-0395-447d-8c5b-615148da754b" providerId="ADAL" clId="{DA3F7AB2-E862-4572-8940-3A3A1EE99E69}" dt="2026-04-28T01:47:05.220" v="3297" actId="478"/>
          <ac:picMkLst>
            <pc:docMk/>
            <pc:sldMk cId="3352735633" sldId="278"/>
            <ac:picMk id="6" creationId="{6F9B1623-39EE-66FB-8732-02DEFCC1E227}"/>
          </ac:picMkLst>
        </pc:picChg>
      </pc:sldChg>
      <pc:sldChg chg="addSp delSp modSp add mod setBg">
        <pc:chgData name="Wimmer, Ethan" userId="fba856c3-0395-447d-8c5b-615148da754b" providerId="ADAL" clId="{DA3F7AB2-E862-4572-8940-3A3A1EE99E69}" dt="2026-04-28T18:00:22.404" v="12449" actId="26606"/>
        <pc:sldMkLst>
          <pc:docMk/>
          <pc:sldMk cId="2793746476" sldId="279"/>
        </pc:sldMkLst>
        <pc:spChg chg="mod">
          <ac:chgData name="Wimmer, Ethan" userId="fba856c3-0395-447d-8c5b-615148da754b" providerId="ADAL" clId="{DA3F7AB2-E862-4572-8940-3A3A1EE99E69}" dt="2026-04-28T18:00:22.404" v="12449" actId="26606"/>
          <ac:spMkLst>
            <pc:docMk/>
            <pc:sldMk cId="2793746476" sldId="279"/>
            <ac:spMk id="2" creationId="{7CD0E610-F6F3-FB99-F3F1-DB532F151378}"/>
          </ac:spMkLst>
        </pc:spChg>
        <pc:spChg chg="mod">
          <ac:chgData name="Wimmer, Ethan" userId="fba856c3-0395-447d-8c5b-615148da754b" providerId="ADAL" clId="{DA3F7AB2-E862-4572-8940-3A3A1EE99E69}" dt="2026-04-28T18:00:22.404" v="12449" actId="26606"/>
          <ac:spMkLst>
            <pc:docMk/>
            <pc:sldMk cId="2793746476" sldId="279"/>
            <ac:spMk id="3" creationId="{CE662F60-3D11-A10B-E58F-ED56D544CCB3}"/>
          </ac:spMkLst>
        </pc:spChg>
        <pc:spChg chg="add del">
          <ac:chgData name="Wimmer, Ethan" userId="fba856c3-0395-447d-8c5b-615148da754b" providerId="ADAL" clId="{DA3F7AB2-E862-4572-8940-3A3A1EE99E69}" dt="2026-04-28T01:51:22.378" v="3402" actId="478"/>
          <ac:spMkLst>
            <pc:docMk/>
            <pc:sldMk cId="2793746476" sldId="279"/>
            <ac:spMk id="4" creationId="{0A315B9B-5452-D7B5-B6F0-49E9E8733E12}"/>
          </ac:spMkLst>
        </pc:spChg>
        <pc:spChg chg="add">
          <ac:chgData name="Wimmer, Ethan" userId="fba856c3-0395-447d-8c5b-615148da754b" providerId="ADAL" clId="{DA3F7AB2-E862-4572-8940-3A3A1EE99E69}" dt="2026-04-28T18:00:22.404" v="12449" actId="26606"/>
          <ac:spMkLst>
            <pc:docMk/>
            <pc:sldMk cId="2793746476" sldId="279"/>
            <ac:spMk id="12" creationId="{DBC6133C-0615-4CE4-9132-37E609A9BDFA}"/>
          </ac:spMkLst>
        </pc:spChg>
        <pc:spChg chg="add">
          <ac:chgData name="Wimmer, Ethan" userId="fba856c3-0395-447d-8c5b-615148da754b" providerId="ADAL" clId="{DA3F7AB2-E862-4572-8940-3A3A1EE99E69}" dt="2026-04-28T18:00:22.404" v="12449" actId="26606"/>
          <ac:spMkLst>
            <pc:docMk/>
            <pc:sldMk cId="2793746476" sldId="279"/>
            <ac:spMk id="14" creationId="{169CC832-2974-4E8D-90ED-3E2941BA7336}"/>
          </ac:spMkLst>
        </pc:spChg>
        <pc:spChg chg="add">
          <ac:chgData name="Wimmer, Ethan" userId="fba856c3-0395-447d-8c5b-615148da754b" providerId="ADAL" clId="{DA3F7AB2-E862-4572-8940-3A3A1EE99E69}" dt="2026-04-28T18:00:22.404" v="12449" actId="26606"/>
          <ac:spMkLst>
            <pc:docMk/>
            <pc:sldMk cId="2793746476" sldId="279"/>
            <ac:spMk id="16" creationId="{55222F96-971A-4F90-B841-6BAB416C7AC1}"/>
          </ac:spMkLst>
        </pc:spChg>
        <pc:spChg chg="add">
          <ac:chgData name="Wimmer, Ethan" userId="fba856c3-0395-447d-8c5b-615148da754b" providerId="ADAL" clId="{DA3F7AB2-E862-4572-8940-3A3A1EE99E69}" dt="2026-04-28T18:00:22.404" v="12449" actId="26606"/>
          <ac:spMkLst>
            <pc:docMk/>
            <pc:sldMk cId="2793746476" sldId="279"/>
            <ac:spMk id="18" creationId="{08980754-6F4B-43C9-B9BE-127B6BED6586}"/>
          </ac:spMkLst>
        </pc:spChg>
        <pc:spChg chg="add">
          <ac:chgData name="Wimmer, Ethan" userId="fba856c3-0395-447d-8c5b-615148da754b" providerId="ADAL" clId="{DA3F7AB2-E862-4572-8940-3A3A1EE99E69}" dt="2026-04-28T18:00:22.404" v="12449" actId="26606"/>
          <ac:spMkLst>
            <pc:docMk/>
            <pc:sldMk cId="2793746476" sldId="279"/>
            <ac:spMk id="20" creationId="{2C1BBA94-3F40-40AA-8BB9-E69E25E537C1}"/>
          </ac:spMkLst>
        </pc:spChg>
        <pc:picChg chg="del">
          <ac:chgData name="Wimmer, Ethan" userId="fba856c3-0395-447d-8c5b-615148da754b" providerId="ADAL" clId="{DA3F7AB2-E862-4572-8940-3A3A1EE99E69}" dt="2026-04-28T01:51:40.916" v="3406" actId="478"/>
          <ac:picMkLst>
            <pc:docMk/>
            <pc:sldMk cId="2793746476" sldId="279"/>
            <ac:picMk id="5" creationId="{2294C5DE-062C-FFEA-2DF2-C0BDCEAC3E8C}"/>
          </ac:picMkLst>
        </pc:picChg>
        <pc:picChg chg="add mod">
          <ac:chgData name="Wimmer, Ethan" userId="fba856c3-0395-447d-8c5b-615148da754b" providerId="ADAL" clId="{DA3F7AB2-E862-4572-8940-3A3A1EE99E69}" dt="2026-04-28T18:00:22.404" v="12449" actId="26606"/>
          <ac:picMkLst>
            <pc:docMk/>
            <pc:sldMk cId="2793746476" sldId="279"/>
            <ac:picMk id="7" creationId="{624DD146-2C6A-4294-E16F-467B9CCCBD1F}"/>
          </ac:picMkLst>
        </pc:picChg>
      </pc:sldChg>
      <pc:sldChg chg="addSp delSp modSp add mod setBg">
        <pc:chgData name="Wimmer, Ethan" userId="fba856c3-0395-447d-8c5b-615148da754b" providerId="ADAL" clId="{DA3F7AB2-E862-4572-8940-3A3A1EE99E69}" dt="2026-04-28T18:00:29.853" v="12450" actId="26606"/>
        <pc:sldMkLst>
          <pc:docMk/>
          <pc:sldMk cId="3280753854" sldId="280"/>
        </pc:sldMkLst>
        <pc:spChg chg="mod">
          <ac:chgData name="Wimmer, Ethan" userId="fba856c3-0395-447d-8c5b-615148da754b" providerId="ADAL" clId="{DA3F7AB2-E862-4572-8940-3A3A1EE99E69}" dt="2026-04-28T18:00:29.853" v="12450" actId="26606"/>
          <ac:spMkLst>
            <pc:docMk/>
            <pc:sldMk cId="3280753854" sldId="280"/>
            <ac:spMk id="2" creationId="{79D6342D-7C71-4C47-BB2D-80185B822543}"/>
          </ac:spMkLst>
        </pc:spChg>
        <pc:spChg chg="mod">
          <ac:chgData name="Wimmer, Ethan" userId="fba856c3-0395-447d-8c5b-615148da754b" providerId="ADAL" clId="{DA3F7AB2-E862-4572-8940-3A3A1EE99E69}" dt="2026-04-28T18:00:29.853" v="12450" actId="26606"/>
          <ac:spMkLst>
            <pc:docMk/>
            <pc:sldMk cId="3280753854" sldId="280"/>
            <ac:spMk id="3" creationId="{2EB19228-8A0D-B289-B46F-A77920F2BF0D}"/>
          </ac:spMkLst>
        </pc:spChg>
        <pc:spChg chg="add">
          <ac:chgData name="Wimmer, Ethan" userId="fba856c3-0395-447d-8c5b-615148da754b" providerId="ADAL" clId="{DA3F7AB2-E862-4572-8940-3A3A1EE99E69}" dt="2026-04-28T18:00:29.853" v="12450" actId="26606"/>
          <ac:spMkLst>
            <pc:docMk/>
            <pc:sldMk cId="3280753854" sldId="280"/>
            <ac:spMk id="10" creationId="{DBC6133C-0615-4CE4-9132-37E609A9BDFA}"/>
          </ac:spMkLst>
        </pc:spChg>
        <pc:spChg chg="add">
          <ac:chgData name="Wimmer, Ethan" userId="fba856c3-0395-447d-8c5b-615148da754b" providerId="ADAL" clId="{DA3F7AB2-E862-4572-8940-3A3A1EE99E69}" dt="2026-04-28T18:00:29.853" v="12450" actId="26606"/>
          <ac:spMkLst>
            <pc:docMk/>
            <pc:sldMk cId="3280753854" sldId="280"/>
            <ac:spMk id="12" creationId="{169CC832-2974-4E8D-90ED-3E2941BA7336}"/>
          </ac:spMkLst>
        </pc:spChg>
        <pc:spChg chg="add">
          <ac:chgData name="Wimmer, Ethan" userId="fba856c3-0395-447d-8c5b-615148da754b" providerId="ADAL" clId="{DA3F7AB2-E862-4572-8940-3A3A1EE99E69}" dt="2026-04-28T18:00:29.853" v="12450" actId="26606"/>
          <ac:spMkLst>
            <pc:docMk/>
            <pc:sldMk cId="3280753854" sldId="280"/>
            <ac:spMk id="14" creationId="{55222F96-971A-4F90-B841-6BAB416C7AC1}"/>
          </ac:spMkLst>
        </pc:spChg>
        <pc:spChg chg="add">
          <ac:chgData name="Wimmer, Ethan" userId="fba856c3-0395-447d-8c5b-615148da754b" providerId="ADAL" clId="{DA3F7AB2-E862-4572-8940-3A3A1EE99E69}" dt="2026-04-28T18:00:29.853" v="12450" actId="26606"/>
          <ac:spMkLst>
            <pc:docMk/>
            <pc:sldMk cId="3280753854" sldId="280"/>
            <ac:spMk id="16" creationId="{08980754-6F4B-43C9-B9BE-127B6BED6586}"/>
          </ac:spMkLst>
        </pc:spChg>
        <pc:spChg chg="add">
          <ac:chgData name="Wimmer, Ethan" userId="fba856c3-0395-447d-8c5b-615148da754b" providerId="ADAL" clId="{DA3F7AB2-E862-4572-8940-3A3A1EE99E69}" dt="2026-04-28T18:00:29.853" v="12450" actId="26606"/>
          <ac:spMkLst>
            <pc:docMk/>
            <pc:sldMk cId="3280753854" sldId="280"/>
            <ac:spMk id="18" creationId="{2C1BBA94-3F40-40AA-8BB9-E69E25E537C1}"/>
          </ac:spMkLst>
        </pc:spChg>
        <pc:picChg chg="add mod">
          <ac:chgData name="Wimmer, Ethan" userId="fba856c3-0395-447d-8c5b-615148da754b" providerId="ADAL" clId="{DA3F7AB2-E862-4572-8940-3A3A1EE99E69}" dt="2026-04-28T18:00:29.853" v="12450" actId="26606"/>
          <ac:picMkLst>
            <pc:docMk/>
            <pc:sldMk cId="3280753854" sldId="280"/>
            <ac:picMk id="5" creationId="{59308ADC-B861-E6A2-AFC4-3FB2F81D1924}"/>
          </ac:picMkLst>
        </pc:picChg>
        <pc:picChg chg="del mod">
          <ac:chgData name="Wimmer, Ethan" userId="fba856c3-0395-447d-8c5b-615148da754b" providerId="ADAL" clId="{DA3F7AB2-E862-4572-8940-3A3A1EE99E69}" dt="2026-04-28T01:58:02.342" v="3623" actId="478"/>
          <ac:picMkLst>
            <pc:docMk/>
            <pc:sldMk cId="3280753854" sldId="280"/>
            <ac:picMk id="7" creationId="{4AC12D61-F885-DC43-B4EA-6DFD25A5033D}"/>
          </ac:picMkLst>
        </pc:picChg>
      </pc:sldChg>
      <pc:sldChg chg="addSp delSp modSp add mod setBg">
        <pc:chgData name="Wimmer, Ethan" userId="fba856c3-0395-447d-8c5b-615148da754b" providerId="ADAL" clId="{DA3F7AB2-E862-4572-8940-3A3A1EE99E69}" dt="2026-04-28T18:00:57.928" v="12452" actId="26606"/>
        <pc:sldMkLst>
          <pc:docMk/>
          <pc:sldMk cId="2960124889" sldId="281"/>
        </pc:sldMkLst>
        <pc:spChg chg="mod">
          <ac:chgData name="Wimmer, Ethan" userId="fba856c3-0395-447d-8c5b-615148da754b" providerId="ADAL" clId="{DA3F7AB2-E862-4572-8940-3A3A1EE99E69}" dt="2026-04-28T18:00:57.928" v="12452" actId="26606"/>
          <ac:spMkLst>
            <pc:docMk/>
            <pc:sldMk cId="2960124889" sldId="281"/>
            <ac:spMk id="2" creationId="{8037B911-1F59-6198-B5BA-A4FB9F561BDF}"/>
          </ac:spMkLst>
        </pc:spChg>
        <pc:spChg chg="mod">
          <ac:chgData name="Wimmer, Ethan" userId="fba856c3-0395-447d-8c5b-615148da754b" providerId="ADAL" clId="{DA3F7AB2-E862-4572-8940-3A3A1EE99E69}" dt="2026-04-28T18:00:57.928" v="12452" actId="26606"/>
          <ac:spMkLst>
            <pc:docMk/>
            <pc:sldMk cId="2960124889" sldId="281"/>
            <ac:spMk id="3" creationId="{675A4734-854E-691D-47FC-5AFA841D3518}"/>
          </ac:spMkLst>
        </pc:spChg>
        <pc:spChg chg="add">
          <ac:chgData name="Wimmer, Ethan" userId="fba856c3-0395-447d-8c5b-615148da754b" providerId="ADAL" clId="{DA3F7AB2-E862-4572-8940-3A3A1EE99E69}" dt="2026-04-28T18:00:57.928" v="12452" actId="26606"/>
          <ac:spMkLst>
            <pc:docMk/>
            <pc:sldMk cId="2960124889" sldId="281"/>
            <ac:spMk id="10" creationId="{DBC6133C-0615-4CE4-9132-37E609A9BDFA}"/>
          </ac:spMkLst>
        </pc:spChg>
        <pc:spChg chg="add">
          <ac:chgData name="Wimmer, Ethan" userId="fba856c3-0395-447d-8c5b-615148da754b" providerId="ADAL" clId="{DA3F7AB2-E862-4572-8940-3A3A1EE99E69}" dt="2026-04-28T18:00:57.928" v="12452" actId="26606"/>
          <ac:spMkLst>
            <pc:docMk/>
            <pc:sldMk cId="2960124889" sldId="281"/>
            <ac:spMk id="12" creationId="{169CC832-2974-4E8D-90ED-3E2941BA7336}"/>
          </ac:spMkLst>
        </pc:spChg>
        <pc:spChg chg="add">
          <ac:chgData name="Wimmer, Ethan" userId="fba856c3-0395-447d-8c5b-615148da754b" providerId="ADAL" clId="{DA3F7AB2-E862-4572-8940-3A3A1EE99E69}" dt="2026-04-28T18:00:57.928" v="12452" actId="26606"/>
          <ac:spMkLst>
            <pc:docMk/>
            <pc:sldMk cId="2960124889" sldId="281"/>
            <ac:spMk id="14" creationId="{55222F96-971A-4F90-B841-6BAB416C7AC1}"/>
          </ac:spMkLst>
        </pc:spChg>
        <pc:spChg chg="add">
          <ac:chgData name="Wimmer, Ethan" userId="fba856c3-0395-447d-8c5b-615148da754b" providerId="ADAL" clId="{DA3F7AB2-E862-4572-8940-3A3A1EE99E69}" dt="2026-04-28T18:00:57.928" v="12452" actId="26606"/>
          <ac:spMkLst>
            <pc:docMk/>
            <pc:sldMk cId="2960124889" sldId="281"/>
            <ac:spMk id="16" creationId="{08980754-6F4B-43C9-B9BE-127B6BED6586}"/>
          </ac:spMkLst>
        </pc:spChg>
        <pc:spChg chg="add">
          <ac:chgData name="Wimmer, Ethan" userId="fba856c3-0395-447d-8c5b-615148da754b" providerId="ADAL" clId="{DA3F7AB2-E862-4572-8940-3A3A1EE99E69}" dt="2026-04-28T18:00:57.928" v="12452" actId="26606"/>
          <ac:spMkLst>
            <pc:docMk/>
            <pc:sldMk cId="2960124889" sldId="281"/>
            <ac:spMk id="18" creationId="{2C1BBA94-3F40-40AA-8BB9-E69E25E537C1}"/>
          </ac:spMkLst>
        </pc:spChg>
        <pc:picChg chg="add mod">
          <ac:chgData name="Wimmer, Ethan" userId="fba856c3-0395-447d-8c5b-615148da754b" providerId="ADAL" clId="{DA3F7AB2-E862-4572-8940-3A3A1EE99E69}" dt="2026-04-28T18:00:57.928" v="12452" actId="26606"/>
          <ac:picMkLst>
            <pc:docMk/>
            <pc:sldMk cId="2960124889" sldId="281"/>
            <ac:picMk id="5" creationId="{0AF5C5B0-135F-F19A-DDF0-9091C1E27548}"/>
          </ac:picMkLst>
        </pc:picChg>
        <pc:picChg chg="add mod">
          <ac:chgData name="Wimmer, Ethan" userId="fba856c3-0395-447d-8c5b-615148da754b" providerId="ADAL" clId="{DA3F7AB2-E862-4572-8940-3A3A1EE99E69}" dt="2026-04-28T02:08:43.968" v="3940"/>
          <ac:picMkLst>
            <pc:docMk/>
            <pc:sldMk cId="2960124889" sldId="281"/>
            <ac:picMk id="6" creationId="{6D7C2448-CE3E-D509-79B1-B5B4AC031989}"/>
          </ac:picMkLst>
        </pc:picChg>
        <pc:picChg chg="add del mod">
          <ac:chgData name="Wimmer, Ethan" userId="fba856c3-0395-447d-8c5b-615148da754b" providerId="ADAL" clId="{DA3F7AB2-E862-4572-8940-3A3A1EE99E69}" dt="2026-04-28T02:12:59.565" v="3951" actId="478"/>
          <ac:picMkLst>
            <pc:docMk/>
            <pc:sldMk cId="2960124889" sldId="281"/>
            <ac:picMk id="7" creationId="{3B7EE324-6526-1698-6213-3AEBD4210C2B}"/>
          </ac:picMkLst>
        </pc:picChg>
        <pc:picChg chg="add del mod">
          <ac:chgData name="Wimmer, Ethan" userId="fba856c3-0395-447d-8c5b-615148da754b" providerId="ADAL" clId="{DA3F7AB2-E862-4572-8940-3A3A1EE99E69}" dt="2026-04-28T02:13:31.537" v="3955" actId="478"/>
          <ac:picMkLst>
            <pc:docMk/>
            <pc:sldMk cId="2960124889" sldId="281"/>
            <ac:picMk id="8" creationId="{2D9DF915-15B1-087D-41F1-1EB852996F68}"/>
          </ac:picMkLst>
        </pc:picChg>
        <pc:picChg chg="add del mod">
          <ac:chgData name="Wimmer, Ethan" userId="fba856c3-0395-447d-8c5b-615148da754b" providerId="ADAL" clId="{DA3F7AB2-E862-4572-8940-3A3A1EE99E69}" dt="2026-04-28T02:14:00.458" v="3960" actId="478"/>
          <ac:picMkLst>
            <pc:docMk/>
            <pc:sldMk cId="2960124889" sldId="281"/>
            <ac:picMk id="9" creationId="{DCB155C8-3231-60F0-307B-0C4672E2A78B}"/>
          </ac:picMkLst>
        </pc:picChg>
      </pc:sldChg>
      <pc:sldChg chg="addSp delSp modSp add mod setBg">
        <pc:chgData name="Wimmer, Ethan" userId="fba856c3-0395-447d-8c5b-615148da754b" providerId="ADAL" clId="{DA3F7AB2-E862-4572-8940-3A3A1EE99E69}" dt="2026-04-28T18:01:01.860" v="12453" actId="26606"/>
        <pc:sldMkLst>
          <pc:docMk/>
          <pc:sldMk cId="1146943898" sldId="282"/>
        </pc:sldMkLst>
        <pc:spChg chg="mod">
          <ac:chgData name="Wimmer, Ethan" userId="fba856c3-0395-447d-8c5b-615148da754b" providerId="ADAL" clId="{DA3F7AB2-E862-4572-8940-3A3A1EE99E69}" dt="2026-04-28T18:01:01.860" v="12453" actId="26606"/>
          <ac:spMkLst>
            <pc:docMk/>
            <pc:sldMk cId="1146943898" sldId="282"/>
            <ac:spMk id="2" creationId="{5DB35242-28E3-B128-E0D3-2D7BFCA2A80B}"/>
          </ac:spMkLst>
        </pc:spChg>
        <pc:spChg chg="mod">
          <ac:chgData name="Wimmer, Ethan" userId="fba856c3-0395-447d-8c5b-615148da754b" providerId="ADAL" clId="{DA3F7AB2-E862-4572-8940-3A3A1EE99E69}" dt="2026-04-28T18:01:01.860" v="12453" actId="26606"/>
          <ac:spMkLst>
            <pc:docMk/>
            <pc:sldMk cId="1146943898" sldId="282"/>
            <ac:spMk id="3" creationId="{E99DCC9E-6C79-B9B9-21A9-8D47AFE0E238}"/>
          </ac:spMkLst>
        </pc:spChg>
        <pc:spChg chg="add">
          <ac:chgData name="Wimmer, Ethan" userId="fba856c3-0395-447d-8c5b-615148da754b" providerId="ADAL" clId="{DA3F7AB2-E862-4572-8940-3A3A1EE99E69}" dt="2026-04-28T18:01:01.860" v="12453" actId="26606"/>
          <ac:spMkLst>
            <pc:docMk/>
            <pc:sldMk cId="1146943898" sldId="282"/>
            <ac:spMk id="11" creationId="{DBC6133C-0615-4CE4-9132-37E609A9BDFA}"/>
          </ac:spMkLst>
        </pc:spChg>
        <pc:spChg chg="add">
          <ac:chgData name="Wimmer, Ethan" userId="fba856c3-0395-447d-8c5b-615148da754b" providerId="ADAL" clId="{DA3F7AB2-E862-4572-8940-3A3A1EE99E69}" dt="2026-04-28T18:01:01.860" v="12453" actId="26606"/>
          <ac:spMkLst>
            <pc:docMk/>
            <pc:sldMk cId="1146943898" sldId="282"/>
            <ac:spMk id="13" creationId="{169CC832-2974-4E8D-90ED-3E2941BA7336}"/>
          </ac:spMkLst>
        </pc:spChg>
        <pc:spChg chg="add">
          <ac:chgData name="Wimmer, Ethan" userId="fba856c3-0395-447d-8c5b-615148da754b" providerId="ADAL" clId="{DA3F7AB2-E862-4572-8940-3A3A1EE99E69}" dt="2026-04-28T18:01:01.860" v="12453" actId="26606"/>
          <ac:spMkLst>
            <pc:docMk/>
            <pc:sldMk cId="1146943898" sldId="282"/>
            <ac:spMk id="15" creationId="{55222F96-971A-4F90-B841-6BAB416C7AC1}"/>
          </ac:spMkLst>
        </pc:spChg>
        <pc:spChg chg="add">
          <ac:chgData name="Wimmer, Ethan" userId="fba856c3-0395-447d-8c5b-615148da754b" providerId="ADAL" clId="{DA3F7AB2-E862-4572-8940-3A3A1EE99E69}" dt="2026-04-28T18:01:01.860" v="12453" actId="26606"/>
          <ac:spMkLst>
            <pc:docMk/>
            <pc:sldMk cId="1146943898" sldId="282"/>
            <ac:spMk id="17" creationId="{08980754-6F4B-43C9-B9BE-127B6BED6586}"/>
          </ac:spMkLst>
        </pc:spChg>
        <pc:spChg chg="add">
          <ac:chgData name="Wimmer, Ethan" userId="fba856c3-0395-447d-8c5b-615148da754b" providerId="ADAL" clId="{DA3F7AB2-E862-4572-8940-3A3A1EE99E69}" dt="2026-04-28T18:01:01.860" v="12453" actId="26606"/>
          <ac:spMkLst>
            <pc:docMk/>
            <pc:sldMk cId="1146943898" sldId="282"/>
            <ac:spMk id="19" creationId="{2C1BBA94-3F40-40AA-8BB9-E69E25E537C1}"/>
          </ac:spMkLst>
        </pc:spChg>
        <pc:picChg chg="del">
          <ac:chgData name="Wimmer, Ethan" userId="fba856c3-0395-447d-8c5b-615148da754b" providerId="ADAL" clId="{DA3F7AB2-E862-4572-8940-3A3A1EE99E69}" dt="2026-04-28T02:18:23.847" v="4023" actId="478"/>
          <ac:picMkLst>
            <pc:docMk/>
            <pc:sldMk cId="1146943898" sldId="282"/>
            <ac:picMk id="5" creationId="{8E1DFC94-58A9-DEE2-B402-089F9ABDA724}"/>
          </ac:picMkLst>
        </pc:picChg>
        <pc:picChg chg="add mod">
          <ac:chgData name="Wimmer, Ethan" userId="fba856c3-0395-447d-8c5b-615148da754b" providerId="ADAL" clId="{DA3F7AB2-E862-4572-8940-3A3A1EE99E69}" dt="2026-04-28T18:01:01.860" v="12453" actId="26606"/>
          <ac:picMkLst>
            <pc:docMk/>
            <pc:sldMk cId="1146943898" sldId="282"/>
            <ac:picMk id="6" creationId="{ADF766AA-3711-2E58-3F50-DEC45957C9FC}"/>
          </ac:picMkLst>
        </pc:picChg>
      </pc:sldChg>
      <pc:sldChg chg="addSp delSp modSp add mod setBg">
        <pc:chgData name="Wimmer, Ethan" userId="fba856c3-0395-447d-8c5b-615148da754b" providerId="ADAL" clId="{DA3F7AB2-E862-4572-8940-3A3A1EE99E69}" dt="2026-04-28T18:01:09.508" v="12454" actId="26606"/>
        <pc:sldMkLst>
          <pc:docMk/>
          <pc:sldMk cId="1884400014" sldId="283"/>
        </pc:sldMkLst>
        <pc:spChg chg="mod">
          <ac:chgData name="Wimmer, Ethan" userId="fba856c3-0395-447d-8c5b-615148da754b" providerId="ADAL" clId="{DA3F7AB2-E862-4572-8940-3A3A1EE99E69}" dt="2026-04-28T18:01:09.508" v="12454" actId="26606"/>
          <ac:spMkLst>
            <pc:docMk/>
            <pc:sldMk cId="1884400014" sldId="283"/>
            <ac:spMk id="2" creationId="{D7C7CCFB-ACD7-28B5-83DE-41578D7A2FE8}"/>
          </ac:spMkLst>
        </pc:spChg>
        <pc:spChg chg="mod">
          <ac:chgData name="Wimmer, Ethan" userId="fba856c3-0395-447d-8c5b-615148da754b" providerId="ADAL" clId="{DA3F7AB2-E862-4572-8940-3A3A1EE99E69}" dt="2026-04-28T18:01:09.508" v="12454" actId="26606"/>
          <ac:spMkLst>
            <pc:docMk/>
            <pc:sldMk cId="1884400014" sldId="283"/>
            <ac:spMk id="3" creationId="{47EC6B25-BBE4-A7D3-4F82-592567486FF8}"/>
          </ac:spMkLst>
        </pc:spChg>
        <pc:spChg chg="add">
          <ac:chgData name="Wimmer, Ethan" userId="fba856c3-0395-447d-8c5b-615148da754b" providerId="ADAL" clId="{DA3F7AB2-E862-4572-8940-3A3A1EE99E69}" dt="2026-04-28T18:01:09.508" v="12454" actId="26606"/>
          <ac:spMkLst>
            <pc:docMk/>
            <pc:sldMk cId="1884400014" sldId="283"/>
            <ac:spMk id="10" creationId="{DBC6133C-0615-4CE4-9132-37E609A9BDFA}"/>
          </ac:spMkLst>
        </pc:spChg>
        <pc:spChg chg="add">
          <ac:chgData name="Wimmer, Ethan" userId="fba856c3-0395-447d-8c5b-615148da754b" providerId="ADAL" clId="{DA3F7AB2-E862-4572-8940-3A3A1EE99E69}" dt="2026-04-28T18:01:09.508" v="12454" actId="26606"/>
          <ac:spMkLst>
            <pc:docMk/>
            <pc:sldMk cId="1884400014" sldId="283"/>
            <ac:spMk id="12" creationId="{169CC832-2974-4E8D-90ED-3E2941BA7336}"/>
          </ac:spMkLst>
        </pc:spChg>
        <pc:spChg chg="add">
          <ac:chgData name="Wimmer, Ethan" userId="fba856c3-0395-447d-8c5b-615148da754b" providerId="ADAL" clId="{DA3F7AB2-E862-4572-8940-3A3A1EE99E69}" dt="2026-04-28T18:01:09.508" v="12454" actId="26606"/>
          <ac:spMkLst>
            <pc:docMk/>
            <pc:sldMk cId="1884400014" sldId="283"/>
            <ac:spMk id="14" creationId="{55222F96-971A-4F90-B841-6BAB416C7AC1}"/>
          </ac:spMkLst>
        </pc:spChg>
        <pc:spChg chg="add">
          <ac:chgData name="Wimmer, Ethan" userId="fba856c3-0395-447d-8c5b-615148da754b" providerId="ADAL" clId="{DA3F7AB2-E862-4572-8940-3A3A1EE99E69}" dt="2026-04-28T18:01:09.508" v="12454" actId="26606"/>
          <ac:spMkLst>
            <pc:docMk/>
            <pc:sldMk cId="1884400014" sldId="283"/>
            <ac:spMk id="16" creationId="{08980754-6F4B-43C9-B9BE-127B6BED6586}"/>
          </ac:spMkLst>
        </pc:spChg>
        <pc:spChg chg="add">
          <ac:chgData name="Wimmer, Ethan" userId="fba856c3-0395-447d-8c5b-615148da754b" providerId="ADAL" clId="{DA3F7AB2-E862-4572-8940-3A3A1EE99E69}" dt="2026-04-28T18:01:09.508" v="12454" actId="26606"/>
          <ac:spMkLst>
            <pc:docMk/>
            <pc:sldMk cId="1884400014" sldId="283"/>
            <ac:spMk id="18" creationId="{2C1BBA94-3F40-40AA-8BB9-E69E25E537C1}"/>
          </ac:spMkLst>
        </pc:spChg>
        <pc:picChg chg="add mod">
          <ac:chgData name="Wimmer, Ethan" userId="fba856c3-0395-447d-8c5b-615148da754b" providerId="ADAL" clId="{DA3F7AB2-E862-4572-8940-3A3A1EE99E69}" dt="2026-04-28T18:01:09.508" v="12454" actId="26606"/>
          <ac:picMkLst>
            <pc:docMk/>
            <pc:sldMk cId="1884400014" sldId="283"/>
            <ac:picMk id="5" creationId="{3B8E6DEF-468E-2104-71C9-1BCA11C8A177}"/>
          </ac:picMkLst>
        </pc:picChg>
        <pc:picChg chg="del mod">
          <ac:chgData name="Wimmer, Ethan" userId="fba856c3-0395-447d-8c5b-615148da754b" providerId="ADAL" clId="{DA3F7AB2-E862-4572-8940-3A3A1EE99E69}" dt="2026-04-28T02:25:41.609" v="4304" actId="478"/>
          <ac:picMkLst>
            <pc:docMk/>
            <pc:sldMk cId="1884400014" sldId="283"/>
            <ac:picMk id="6" creationId="{D28F9F35-2D34-EECB-FF43-A1CAD15EA64C}"/>
          </ac:picMkLst>
        </pc:picChg>
      </pc:sldChg>
      <pc:sldChg chg="addSp modSp add mod setBg">
        <pc:chgData name="Wimmer, Ethan" userId="fba856c3-0395-447d-8c5b-615148da754b" providerId="ADAL" clId="{DA3F7AB2-E862-4572-8940-3A3A1EE99E69}" dt="2026-04-28T18:02:00.558" v="12458" actId="26606"/>
        <pc:sldMkLst>
          <pc:docMk/>
          <pc:sldMk cId="586203246" sldId="284"/>
        </pc:sldMkLst>
        <pc:spChg chg="mod">
          <ac:chgData name="Wimmer, Ethan" userId="fba856c3-0395-447d-8c5b-615148da754b" providerId="ADAL" clId="{DA3F7AB2-E862-4572-8940-3A3A1EE99E69}" dt="2026-04-28T18:02:00.558" v="12458" actId="26606"/>
          <ac:spMkLst>
            <pc:docMk/>
            <pc:sldMk cId="586203246" sldId="284"/>
            <ac:spMk id="2" creationId="{2E6989AF-3835-611B-D145-79688562F2B1}"/>
          </ac:spMkLst>
        </pc:spChg>
        <pc:spChg chg="mod">
          <ac:chgData name="Wimmer, Ethan" userId="fba856c3-0395-447d-8c5b-615148da754b" providerId="ADAL" clId="{DA3F7AB2-E862-4572-8940-3A3A1EE99E69}" dt="2026-04-28T18:02:00.558" v="12458" actId="26606"/>
          <ac:spMkLst>
            <pc:docMk/>
            <pc:sldMk cId="586203246" sldId="284"/>
            <ac:spMk id="3" creationId="{06180BE9-953D-0BEB-2297-E44989D25031}"/>
          </ac:spMkLst>
        </pc:spChg>
        <pc:spChg chg="add">
          <ac:chgData name="Wimmer, Ethan" userId="fba856c3-0395-447d-8c5b-615148da754b" providerId="ADAL" clId="{DA3F7AB2-E862-4572-8940-3A3A1EE99E69}" dt="2026-04-28T18:02:00.558" v="12458" actId="26606"/>
          <ac:spMkLst>
            <pc:docMk/>
            <pc:sldMk cId="586203246" sldId="284"/>
            <ac:spMk id="10" creationId="{DBC6133C-0615-4CE4-9132-37E609A9BDFA}"/>
          </ac:spMkLst>
        </pc:spChg>
        <pc:spChg chg="add">
          <ac:chgData name="Wimmer, Ethan" userId="fba856c3-0395-447d-8c5b-615148da754b" providerId="ADAL" clId="{DA3F7AB2-E862-4572-8940-3A3A1EE99E69}" dt="2026-04-28T18:02:00.558" v="12458" actId="26606"/>
          <ac:spMkLst>
            <pc:docMk/>
            <pc:sldMk cId="586203246" sldId="284"/>
            <ac:spMk id="12" creationId="{169CC832-2974-4E8D-90ED-3E2941BA7336}"/>
          </ac:spMkLst>
        </pc:spChg>
        <pc:spChg chg="add">
          <ac:chgData name="Wimmer, Ethan" userId="fba856c3-0395-447d-8c5b-615148da754b" providerId="ADAL" clId="{DA3F7AB2-E862-4572-8940-3A3A1EE99E69}" dt="2026-04-28T18:02:00.558" v="12458" actId="26606"/>
          <ac:spMkLst>
            <pc:docMk/>
            <pc:sldMk cId="586203246" sldId="284"/>
            <ac:spMk id="14" creationId="{55222F96-971A-4F90-B841-6BAB416C7AC1}"/>
          </ac:spMkLst>
        </pc:spChg>
        <pc:spChg chg="add">
          <ac:chgData name="Wimmer, Ethan" userId="fba856c3-0395-447d-8c5b-615148da754b" providerId="ADAL" clId="{DA3F7AB2-E862-4572-8940-3A3A1EE99E69}" dt="2026-04-28T18:02:00.558" v="12458" actId="26606"/>
          <ac:spMkLst>
            <pc:docMk/>
            <pc:sldMk cId="586203246" sldId="284"/>
            <ac:spMk id="16" creationId="{08980754-6F4B-43C9-B9BE-127B6BED6586}"/>
          </ac:spMkLst>
        </pc:spChg>
        <pc:spChg chg="add">
          <ac:chgData name="Wimmer, Ethan" userId="fba856c3-0395-447d-8c5b-615148da754b" providerId="ADAL" clId="{DA3F7AB2-E862-4572-8940-3A3A1EE99E69}" dt="2026-04-28T18:02:00.558" v="12458" actId="26606"/>
          <ac:spMkLst>
            <pc:docMk/>
            <pc:sldMk cId="586203246" sldId="284"/>
            <ac:spMk id="18" creationId="{2C1BBA94-3F40-40AA-8BB9-E69E25E537C1}"/>
          </ac:spMkLst>
        </pc:spChg>
        <pc:picChg chg="add mod">
          <ac:chgData name="Wimmer, Ethan" userId="fba856c3-0395-447d-8c5b-615148da754b" providerId="ADAL" clId="{DA3F7AB2-E862-4572-8940-3A3A1EE99E69}" dt="2026-04-28T18:02:00.558" v="12458" actId="26606"/>
          <ac:picMkLst>
            <pc:docMk/>
            <pc:sldMk cId="586203246" sldId="284"/>
            <ac:picMk id="5" creationId="{AAC18F7D-A993-4395-EFFF-EEF49231D809}"/>
          </ac:picMkLst>
        </pc:picChg>
      </pc:sldChg>
      <pc:sldChg chg="addSp delSp modSp new mod setBg">
        <pc:chgData name="Wimmer, Ethan" userId="fba856c3-0395-447d-8c5b-615148da754b" providerId="ADAL" clId="{DA3F7AB2-E862-4572-8940-3A3A1EE99E69}" dt="2026-04-28T18:03:08.939" v="12489" actId="26606"/>
        <pc:sldMkLst>
          <pc:docMk/>
          <pc:sldMk cId="2334841992" sldId="285"/>
        </pc:sldMkLst>
        <pc:spChg chg="mod">
          <ac:chgData name="Wimmer, Ethan" userId="fba856c3-0395-447d-8c5b-615148da754b" providerId="ADAL" clId="{DA3F7AB2-E862-4572-8940-3A3A1EE99E69}" dt="2026-04-28T18:02:26.403" v="12462" actId="26606"/>
          <ac:spMkLst>
            <pc:docMk/>
            <pc:sldMk cId="2334841992" sldId="285"/>
            <ac:spMk id="2" creationId="{AC3257E7-745F-AC5E-700E-780CBE96A3B3}"/>
          </ac:spMkLst>
        </pc:spChg>
        <pc:spChg chg="mod">
          <ac:chgData name="Wimmer, Ethan" userId="fba856c3-0395-447d-8c5b-615148da754b" providerId="ADAL" clId="{DA3F7AB2-E862-4572-8940-3A3A1EE99E69}" dt="2026-04-28T18:03:08.939" v="12489" actId="26606"/>
          <ac:spMkLst>
            <pc:docMk/>
            <pc:sldMk cId="2334841992" sldId="285"/>
            <ac:spMk id="3" creationId="{AE1C2208-41B1-A345-B997-886AA5D8929E}"/>
          </ac:spMkLst>
        </pc:spChg>
        <pc:spChg chg="add del">
          <ac:chgData name="Wimmer, Ethan" userId="fba856c3-0395-447d-8c5b-615148da754b" providerId="ADAL" clId="{DA3F7AB2-E862-4572-8940-3A3A1EE99E69}" dt="2026-04-28T18:02:26.381" v="12461" actId="26606"/>
          <ac:spMkLst>
            <pc:docMk/>
            <pc:sldMk cId="2334841992" sldId="285"/>
            <ac:spMk id="8" creationId="{DBF61EA3-B236-439E-9C0B-340980D56BEE}"/>
          </ac:spMkLst>
        </pc:spChg>
        <pc:spChg chg="add del">
          <ac:chgData name="Wimmer, Ethan" userId="fba856c3-0395-447d-8c5b-615148da754b" providerId="ADAL" clId="{DA3F7AB2-E862-4572-8940-3A3A1EE99E69}" dt="2026-04-28T18:02:26.381" v="12461" actId="26606"/>
          <ac:spMkLst>
            <pc:docMk/>
            <pc:sldMk cId="2334841992" sldId="285"/>
            <ac:spMk id="14" creationId="{E659831F-0D9A-4C63-9EBB-8435B85A440F}"/>
          </ac:spMkLst>
        </pc:spChg>
        <pc:spChg chg="add del">
          <ac:chgData name="Wimmer, Ethan" userId="fba856c3-0395-447d-8c5b-615148da754b" providerId="ADAL" clId="{DA3F7AB2-E862-4572-8940-3A3A1EE99E69}" dt="2026-04-28T18:03:08.939" v="12489" actId="26606"/>
          <ac:spMkLst>
            <pc:docMk/>
            <pc:sldMk cId="2334841992" sldId="285"/>
            <ac:spMk id="16" creationId="{3AD318CC-E2A8-4E27-9548-A047A78999B1}"/>
          </ac:spMkLst>
        </pc:spChg>
        <pc:spChg chg="add del">
          <ac:chgData name="Wimmer, Ethan" userId="fba856c3-0395-447d-8c5b-615148da754b" providerId="ADAL" clId="{DA3F7AB2-E862-4572-8940-3A3A1EE99E69}" dt="2026-04-28T18:03:08.939" v="12489" actId="26606"/>
          <ac:spMkLst>
            <pc:docMk/>
            <pc:sldMk cId="2334841992" sldId="285"/>
            <ac:spMk id="20" creationId="{2C1BBA94-3F40-40AA-8BB9-E69E25E537C1}"/>
          </ac:spMkLst>
        </pc:spChg>
        <pc:spChg chg="add">
          <ac:chgData name="Wimmer, Ethan" userId="fba856c3-0395-447d-8c5b-615148da754b" providerId="ADAL" clId="{DA3F7AB2-E862-4572-8940-3A3A1EE99E69}" dt="2026-04-28T18:03:08.939" v="12489" actId="26606"/>
          <ac:spMkLst>
            <pc:docMk/>
            <pc:sldMk cId="2334841992" sldId="285"/>
            <ac:spMk id="25" creationId="{3AD318CC-E2A8-4E27-9548-A047A78999B1}"/>
          </ac:spMkLst>
        </pc:spChg>
        <pc:spChg chg="add">
          <ac:chgData name="Wimmer, Ethan" userId="fba856c3-0395-447d-8c5b-615148da754b" providerId="ADAL" clId="{DA3F7AB2-E862-4572-8940-3A3A1EE99E69}" dt="2026-04-28T18:03:08.939" v="12489" actId="26606"/>
          <ac:spMkLst>
            <pc:docMk/>
            <pc:sldMk cId="2334841992" sldId="285"/>
            <ac:spMk id="31" creationId="{2C1BBA94-3F40-40AA-8BB9-E69E25E537C1}"/>
          </ac:spMkLst>
        </pc:spChg>
        <pc:grpChg chg="add del">
          <ac:chgData name="Wimmer, Ethan" userId="fba856c3-0395-447d-8c5b-615148da754b" providerId="ADAL" clId="{DA3F7AB2-E862-4572-8940-3A3A1EE99E69}" dt="2026-04-28T18:02:26.381" v="12461" actId="26606"/>
          <ac:grpSpMkLst>
            <pc:docMk/>
            <pc:sldMk cId="2334841992" sldId="285"/>
            <ac:grpSpMk id="10" creationId="{28FAF094-D087-493F-8DF9-A486C2D6BBAA}"/>
          </ac:grpSpMkLst>
        </pc:grpChg>
        <pc:grpChg chg="add del">
          <ac:chgData name="Wimmer, Ethan" userId="fba856c3-0395-447d-8c5b-615148da754b" providerId="ADAL" clId="{DA3F7AB2-E862-4572-8940-3A3A1EE99E69}" dt="2026-04-28T18:03:08.939" v="12489" actId="26606"/>
          <ac:grpSpMkLst>
            <pc:docMk/>
            <pc:sldMk cId="2334841992" sldId="285"/>
            <ac:grpSpMk id="17" creationId="{B14B560F-9DD7-4302-A60B-EBD3EF59B073}"/>
          </ac:grpSpMkLst>
        </pc:grpChg>
        <pc:grpChg chg="add">
          <ac:chgData name="Wimmer, Ethan" userId="fba856c3-0395-447d-8c5b-615148da754b" providerId="ADAL" clId="{DA3F7AB2-E862-4572-8940-3A3A1EE99E69}" dt="2026-04-28T18:03:08.939" v="12489" actId="26606"/>
          <ac:grpSpMkLst>
            <pc:docMk/>
            <pc:sldMk cId="2334841992" sldId="285"/>
            <ac:grpSpMk id="27" creationId="{B14B560F-9DD7-4302-A60B-EBD3EF59B073}"/>
          </ac:grpSpMkLst>
        </pc:grpChg>
      </pc:sldChg>
      <pc:sldChg chg="addSp delSp modSp add mod setBg">
        <pc:chgData name="Wimmer, Ethan" userId="fba856c3-0395-447d-8c5b-615148da754b" providerId="ADAL" clId="{DA3F7AB2-E862-4572-8940-3A3A1EE99E69}" dt="2026-04-28T18:04:36.648" v="12495" actId="26606"/>
        <pc:sldMkLst>
          <pc:docMk/>
          <pc:sldMk cId="3594734335" sldId="286"/>
        </pc:sldMkLst>
        <pc:spChg chg="mod">
          <ac:chgData name="Wimmer, Ethan" userId="fba856c3-0395-447d-8c5b-615148da754b" providerId="ADAL" clId="{DA3F7AB2-E862-4572-8940-3A3A1EE99E69}" dt="2026-04-28T18:04:36.648" v="12495" actId="26606"/>
          <ac:spMkLst>
            <pc:docMk/>
            <pc:sldMk cId="3594734335" sldId="286"/>
            <ac:spMk id="2" creationId="{78B94DBD-8897-7D67-FC0A-953BB5F8B9B1}"/>
          </ac:spMkLst>
        </pc:spChg>
        <pc:spChg chg="mod ord">
          <ac:chgData name="Wimmer, Ethan" userId="fba856c3-0395-447d-8c5b-615148da754b" providerId="ADAL" clId="{DA3F7AB2-E862-4572-8940-3A3A1EE99E69}" dt="2026-04-28T18:04:36.648" v="12495" actId="26606"/>
          <ac:spMkLst>
            <pc:docMk/>
            <pc:sldMk cId="3594734335" sldId="286"/>
            <ac:spMk id="3" creationId="{70266063-8D47-80D7-C1B5-88452295A5C9}"/>
          </ac:spMkLst>
        </pc:spChg>
        <pc:spChg chg="add del">
          <ac:chgData name="Wimmer, Ethan" userId="fba856c3-0395-447d-8c5b-615148da754b" providerId="ADAL" clId="{DA3F7AB2-E862-4572-8940-3A3A1EE99E69}" dt="2026-04-28T18:04:36.648" v="12495" actId="26606"/>
          <ac:spMkLst>
            <pc:docMk/>
            <pc:sldMk cId="3594734335" sldId="286"/>
            <ac:spMk id="10" creationId="{55F7ABCA-A68A-47DD-B732-76FF34C6FB7D}"/>
          </ac:spMkLst>
        </pc:spChg>
        <pc:picChg chg="add mod">
          <ac:chgData name="Wimmer, Ethan" userId="fba856c3-0395-447d-8c5b-615148da754b" providerId="ADAL" clId="{DA3F7AB2-E862-4572-8940-3A3A1EE99E69}" dt="2026-04-28T18:04:36.648" v="12495" actId="26606"/>
          <ac:picMkLst>
            <pc:docMk/>
            <pc:sldMk cId="3594734335" sldId="286"/>
            <ac:picMk id="5" creationId="{86EF6F8F-B3C9-7F82-DE93-9915FC061735}"/>
          </ac:picMkLst>
        </pc:picChg>
      </pc:sldChg>
      <pc:sldChg chg="addSp modSp new mod">
        <pc:chgData name="Wimmer, Ethan" userId="fba856c3-0395-447d-8c5b-615148da754b" providerId="ADAL" clId="{DA3F7AB2-E862-4572-8940-3A3A1EE99E69}" dt="2026-04-28T17:37:41.808" v="11834" actId="1076"/>
        <pc:sldMkLst>
          <pc:docMk/>
          <pc:sldMk cId="3218133544" sldId="287"/>
        </pc:sldMkLst>
        <pc:spChg chg="mod">
          <ac:chgData name="Wimmer, Ethan" userId="fba856c3-0395-447d-8c5b-615148da754b" providerId="ADAL" clId="{DA3F7AB2-E862-4572-8940-3A3A1EE99E69}" dt="2026-04-28T03:08:12.829" v="5265" actId="20577"/>
          <ac:spMkLst>
            <pc:docMk/>
            <pc:sldMk cId="3218133544" sldId="287"/>
            <ac:spMk id="2" creationId="{D9BF1F5D-3634-1D04-AF27-97CBE5AA8D39}"/>
          </ac:spMkLst>
        </pc:spChg>
        <pc:spChg chg="mod">
          <ac:chgData name="Wimmer, Ethan" userId="fba856c3-0395-447d-8c5b-615148da754b" providerId="ADAL" clId="{DA3F7AB2-E862-4572-8940-3A3A1EE99E69}" dt="2026-04-28T03:08:01.560" v="5258" actId="20577"/>
          <ac:spMkLst>
            <pc:docMk/>
            <pc:sldMk cId="3218133544" sldId="287"/>
            <ac:spMk id="3" creationId="{C9CF3072-567F-911B-9D80-A8A9945A7AD4}"/>
          </ac:spMkLst>
        </pc:spChg>
        <pc:picChg chg="add mod">
          <ac:chgData name="Wimmer, Ethan" userId="fba856c3-0395-447d-8c5b-615148da754b" providerId="ADAL" clId="{DA3F7AB2-E862-4572-8940-3A3A1EE99E69}" dt="2026-04-28T17:37:41.808" v="11834" actId="1076"/>
          <ac:picMkLst>
            <pc:docMk/>
            <pc:sldMk cId="3218133544" sldId="287"/>
            <ac:picMk id="5" creationId="{E3797610-0994-8D10-19BB-D0CB30555D50}"/>
          </ac:picMkLst>
        </pc:picChg>
      </pc:sldChg>
      <pc:sldChg chg="addSp delSp modSp add mod setBg">
        <pc:chgData name="Wimmer, Ethan" userId="fba856c3-0395-447d-8c5b-615148da754b" providerId="ADAL" clId="{DA3F7AB2-E862-4572-8940-3A3A1EE99E69}" dt="2026-04-28T18:04:55.852" v="12496" actId="26606"/>
        <pc:sldMkLst>
          <pc:docMk/>
          <pc:sldMk cId="3839459780" sldId="288"/>
        </pc:sldMkLst>
        <pc:spChg chg="mod">
          <ac:chgData name="Wimmer, Ethan" userId="fba856c3-0395-447d-8c5b-615148da754b" providerId="ADAL" clId="{DA3F7AB2-E862-4572-8940-3A3A1EE99E69}" dt="2026-04-28T18:04:55.852" v="12496" actId="26606"/>
          <ac:spMkLst>
            <pc:docMk/>
            <pc:sldMk cId="3839459780" sldId="288"/>
            <ac:spMk id="2" creationId="{F23A91A8-088A-0122-0E2B-2E087A249393}"/>
          </ac:spMkLst>
        </pc:spChg>
        <pc:spChg chg="del mod">
          <ac:chgData name="Wimmer, Ethan" userId="fba856c3-0395-447d-8c5b-615148da754b" providerId="ADAL" clId="{DA3F7AB2-E862-4572-8940-3A3A1EE99E69}" dt="2026-04-28T03:22:54.424" v="5411" actId="478"/>
          <ac:spMkLst>
            <pc:docMk/>
            <pc:sldMk cId="3839459780" sldId="288"/>
            <ac:spMk id="3" creationId="{8D809805-04FE-F137-D5A0-A246D87C07E2}"/>
          </ac:spMkLst>
        </pc:spChg>
        <pc:spChg chg="add del">
          <ac:chgData name="Wimmer, Ethan" userId="fba856c3-0395-447d-8c5b-615148da754b" providerId="ADAL" clId="{DA3F7AB2-E862-4572-8940-3A3A1EE99E69}" dt="2026-04-28T03:22:08.012" v="5398" actId="478"/>
          <ac:spMkLst>
            <pc:docMk/>
            <pc:sldMk cId="3839459780" sldId="288"/>
            <ac:spMk id="4" creationId="{0AC2C78C-2BAB-D4C1-9F95-D065D7B09A3B}"/>
          </ac:spMkLst>
        </pc:spChg>
        <pc:spChg chg="add del mod">
          <ac:chgData name="Wimmer, Ethan" userId="fba856c3-0395-447d-8c5b-615148da754b" providerId="ADAL" clId="{DA3F7AB2-E862-4572-8940-3A3A1EE99E69}" dt="2026-04-28T03:22:56.667" v="5412" actId="478"/>
          <ac:spMkLst>
            <pc:docMk/>
            <pc:sldMk cId="3839459780" sldId="288"/>
            <ac:spMk id="11" creationId="{C7A139B7-4F06-D07D-C279-89F907282BF2}"/>
          </ac:spMkLst>
        </pc:spChg>
        <pc:spChg chg="add">
          <ac:chgData name="Wimmer, Ethan" userId="fba856c3-0395-447d-8c5b-615148da754b" providerId="ADAL" clId="{DA3F7AB2-E862-4572-8940-3A3A1EE99E69}" dt="2026-04-28T18:04:55.852" v="12496" actId="26606"/>
          <ac:spMkLst>
            <pc:docMk/>
            <pc:sldMk cId="3839459780" sldId="288"/>
            <ac:spMk id="14" creationId="{99ED5833-B85B-4103-8A3B-CAB0308E6C15}"/>
          </ac:spMkLst>
        </pc:spChg>
        <pc:picChg chg="del">
          <ac:chgData name="Wimmer, Ethan" userId="fba856c3-0395-447d-8c5b-615148da754b" providerId="ADAL" clId="{DA3F7AB2-E862-4572-8940-3A3A1EE99E69}" dt="2026-04-28T03:16:20.632" v="5396" actId="478"/>
          <ac:picMkLst>
            <pc:docMk/>
            <pc:sldMk cId="3839459780" sldId="288"/>
            <ac:picMk id="5" creationId="{FB389BDC-FA79-D395-928A-BA13323D678F}"/>
          </ac:picMkLst>
        </pc:picChg>
        <pc:picChg chg="add mod ord">
          <ac:chgData name="Wimmer, Ethan" userId="fba856c3-0395-447d-8c5b-615148da754b" providerId="ADAL" clId="{DA3F7AB2-E862-4572-8940-3A3A1EE99E69}" dt="2026-04-28T18:04:55.852" v="12496" actId="26606"/>
          <ac:picMkLst>
            <pc:docMk/>
            <pc:sldMk cId="3839459780" sldId="288"/>
            <ac:picMk id="7" creationId="{C1AF8E0B-9863-0E79-35DC-EB8DD7267BAF}"/>
          </ac:picMkLst>
        </pc:picChg>
        <pc:picChg chg="add mod">
          <ac:chgData name="Wimmer, Ethan" userId="fba856c3-0395-447d-8c5b-615148da754b" providerId="ADAL" clId="{DA3F7AB2-E862-4572-8940-3A3A1EE99E69}" dt="2026-04-28T18:04:55.852" v="12496" actId="26606"/>
          <ac:picMkLst>
            <pc:docMk/>
            <pc:sldMk cId="3839459780" sldId="288"/>
            <ac:picMk id="9" creationId="{D941D16E-3ED6-9A62-6A13-4E00A94BE5B0}"/>
          </ac:picMkLst>
        </pc:picChg>
      </pc:sldChg>
      <pc:sldChg chg="addSp modSp new mod setBg">
        <pc:chgData name="Wimmer, Ethan" userId="fba856c3-0395-447d-8c5b-615148da754b" providerId="ADAL" clId="{DA3F7AB2-E862-4572-8940-3A3A1EE99E69}" dt="2026-04-28T18:05:04.854" v="12497" actId="26606"/>
        <pc:sldMkLst>
          <pc:docMk/>
          <pc:sldMk cId="1233108536" sldId="289"/>
        </pc:sldMkLst>
        <pc:spChg chg="mod">
          <ac:chgData name="Wimmer, Ethan" userId="fba856c3-0395-447d-8c5b-615148da754b" providerId="ADAL" clId="{DA3F7AB2-E862-4572-8940-3A3A1EE99E69}" dt="2026-04-28T18:05:04.854" v="12497" actId="26606"/>
          <ac:spMkLst>
            <pc:docMk/>
            <pc:sldMk cId="1233108536" sldId="289"/>
            <ac:spMk id="2" creationId="{0DC1EE88-F4CA-88C9-6897-55EFE3365D1C}"/>
          </ac:spMkLst>
        </pc:spChg>
        <pc:spChg chg="mod">
          <ac:chgData name="Wimmer, Ethan" userId="fba856c3-0395-447d-8c5b-615148da754b" providerId="ADAL" clId="{DA3F7AB2-E862-4572-8940-3A3A1EE99E69}" dt="2026-04-28T18:05:04.854" v="12497" actId="26606"/>
          <ac:spMkLst>
            <pc:docMk/>
            <pc:sldMk cId="1233108536" sldId="289"/>
            <ac:spMk id="3" creationId="{85FFC322-3D57-A388-D404-8ED6DB2007F3}"/>
          </ac:spMkLst>
        </pc:spChg>
        <pc:spChg chg="add">
          <ac:chgData name="Wimmer, Ethan" userId="fba856c3-0395-447d-8c5b-615148da754b" providerId="ADAL" clId="{DA3F7AB2-E862-4572-8940-3A3A1EE99E69}" dt="2026-04-28T18:05:04.854" v="12497" actId="26606"/>
          <ac:spMkLst>
            <pc:docMk/>
            <pc:sldMk cId="1233108536" sldId="289"/>
            <ac:spMk id="8" creationId="{DBF61EA3-B236-439E-9C0B-340980D56BEE}"/>
          </ac:spMkLst>
        </pc:spChg>
        <pc:spChg chg="add">
          <ac:chgData name="Wimmer, Ethan" userId="fba856c3-0395-447d-8c5b-615148da754b" providerId="ADAL" clId="{DA3F7AB2-E862-4572-8940-3A3A1EE99E69}" dt="2026-04-28T18:05:04.854" v="12497" actId="26606"/>
          <ac:spMkLst>
            <pc:docMk/>
            <pc:sldMk cId="1233108536" sldId="289"/>
            <ac:spMk id="14" creationId="{E659831F-0D9A-4C63-9EBB-8435B85A440F}"/>
          </ac:spMkLst>
        </pc:spChg>
        <pc:grpChg chg="add">
          <ac:chgData name="Wimmer, Ethan" userId="fba856c3-0395-447d-8c5b-615148da754b" providerId="ADAL" clId="{DA3F7AB2-E862-4572-8940-3A3A1EE99E69}" dt="2026-04-28T18:05:04.854" v="12497" actId="26606"/>
          <ac:grpSpMkLst>
            <pc:docMk/>
            <pc:sldMk cId="1233108536" sldId="289"/>
            <ac:grpSpMk id="10" creationId="{28FAF094-D087-493F-8DF9-A486C2D6BBAA}"/>
          </ac:grpSpMkLst>
        </pc:grpChg>
      </pc:sldChg>
      <pc:sldChg chg="addSp delSp modSp add mod">
        <pc:chgData name="Wimmer, Ethan" userId="fba856c3-0395-447d-8c5b-615148da754b" providerId="ADAL" clId="{DA3F7AB2-E862-4572-8940-3A3A1EE99E69}" dt="2026-04-28T04:18:10.280" v="6442" actId="1076"/>
        <pc:sldMkLst>
          <pc:docMk/>
          <pc:sldMk cId="876401373" sldId="290"/>
        </pc:sldMkLst>
        <pc:spChg chg="mod">
          <ac:chgData name="Wimmer, Ethan" userId="fba856c3-0395-447d-8c5b-615148da754b" providerId="ADAL" clId="{DA3F7AB2-E862-4572-8940-3A3A1EE99E69}" dt="2026-04-28T03:37:23.074" v="5904" actId="20577"/>
          <ac:spMkLst>
            <pc:docMk/>
            <pc:sldMk cId="876401373" sldId="290"/>
            <ac:spMk id="2" creationId="{A7C4DBCF-019D-C7DB-586D-A08D7364F456}"/>
          </ac:spMkLst>
        </pc:spChg>
        <pc:spChg chg="mod">
          <ac:chgData name="Wimmer, Ethan" userId="fba856c3-0395-447d-8c5b-615148da754b" providerId="ADAL" clId="{DA3F7AB2-E862-4572-8940-3A3A1EE99E69}" dt="2026-04-28T04:18:00.306" v="6441" actId="20577"/>
          <ac:spMkLst>
            <pc:docMk/>
            <pc:sldMk cId="876401373" sldId="290"/>
            <ac:spMk id="3" creationId="{B66477CD-B8C0-AA56-11F9-B677D950B5D3}"/>
          </ac:spMkLst>
        </pc:spChg>
        <pc:picChg chg="del">
          <ac:chgData name="Wimmer, Ethan" userId="fba856c3-0395-447d-8c5b-615148da754b" providerId="ADAL" clId="{DA3F7AB2-E862-4572-8940-3A3A1EE99E69}" dt="2026-04-28T04:13:37.482" v="5955" actId="478"/>
          <ac:picMkLst>
            <pc:docMk/>
            <pc:sldMk cId="876401373" sldId="290"/>
            <ac:picMk id="5" creationId="{6A23EE52-E18C-CB0E-A2B2-C6EDC360EC01}"/>
          </ac:picMkLst>
        </pc:picChg>
        <pc:picChg chg="add mod">
          <ac:chgData name="Wimmer, Ethan" userId="fba856c3-0395-447d-8c5b-615148da754b" providerId="ADAL" clId="{DA3F7AB2-E862-4572-8940-3A3A1EE99E69}" dt="2026-04-28T04:18:10.280" v="6442" actId="1076"/>
          <ac:picMkLst>
            <pc:docMk/>
            <pc:sldMk cId="876401373" sldId="290"/>
            <ac:picMk id="6" creationId="{68853D08-2D23-0526-FC76-F73262031C54}"/>
          </ac:picMkLst>
        </pc:picChg>
      </pc:sldChg>
      <pc:sldChg chg="addSp delSp modSp new mod">
        <pc:chgData name="Wimmer, Ethan" userId="fba856c3-0395-447d-8c5b-615148da754b" providerId="ADAL" clId="{DA3F7AB2-E862-4572-8940-3A3A1EE99E69}" dt="2026-04-28T18:05:52.569" v="12498" actId="122"/>
        <pc:sldMkLst>
          <pc:docMk/>
          <pc:sldMk cId="2359944374" sldId="291"/>
        </pc:sldMkLst>
        <pc:spChg chg="mod">
          <ac:chgData name="Wimmer, Ethan" userId="fba856c3-0395-447d-8c5b-615148da754b" providerId="ADAL" clId="{DA3F7AB2-E862-4572-8940-3A3A1EE99E69}" dt="2026-04-28T18:05:52.569" v="12498" actId="122"/>
          <ac:spMkLst>
            <pc:docMk/>
            <pc:sldMk cId="2359944374" sldId="291"/>
            <ac:spMk id="2" creationId="{2113E310-AE69-4F68-EBAB-1448C882631D}"/>
          </ac:spMkLst>
        </pc:spChg>
        <pc:spChg chg="del">
          <ac:chgData name="Wimmer, Ethan" userId="fba856c3-0395-447d-8c5b-615148da754b" providerId="ADAL" clId="{DA3F7AB2-E862-4572-8940-3A3A1EE99E69}" dt="2026-04-28T03:48:59.767" v="5908" actId="22"/>
          <ac:spMkLst>
            <pc:docMk/>
            <pc:sldMk cId="2359944374" sldId="291"/>
            <ac:spMk id="3" creationId="{64ADB468-186E-26E4-DEE4-50FE32433E00}"/>
          </ac:spMkLst>
        </pc:spChg>
        <pc:spChg chg="add del">
          <ac:chgData name="Wimmer, Ethan" userId="fba856c3-0395-447d-8c5b-615148da754b" providerId="ADAL" clId="{DA3F7AB2-E862-4572-8940-3A3A1EE99E69}" dt="2026-04-28T03:48:56.269" v="5907" actId="478"/>
          <ac:spMkLst>
            <pc:docMk/>
            <pc:sldMk cId="2359944374" sldId="291"/>
            <ac:spMk id="4" creationId="{17C6C853-0BE3-77B9-8FB4-175EDCCD4903}"/>
          </ac:spMkLst>
        </pc:spChg>
        <pc:picChg chg="add mod ord">
          <ac:chgData name="Wimmer, Ethan" userId="fba856c3-0395-447d-8c5b-615148da754b" providerId="ADAL" clId="{DA3F7AB2-E862-4572-8940-3A3A1EE99E69}" dt="2026-04-28T03:50:09.271" v="5941" actId="1076"/>
          <ac:picMkLst>
            <pc:docMk/>
            <pc:sldMk cId="2359944374" sldId="291"/>
            <ac:picMk id="6" creationId="{D1981DFC-17EC-0578-660A-B22AF5840414}"/>
          </ac:picMkLst>
        </pc:picChg>
        <pc:picChg chg="add del mod">
          <ac:chgData name="Wimmer, Ethan" userId="fba856c3-0395-447d-8c5b-615148da754b" providerId="ADAL" clId="{DA3F7AB2-E862-4572-8940-3A3A1EE99E69}" dt="2026-04-28T03:49:50.620" v="5939" actId="478"/>
          <ac:picMkLst>
            <pc:docMk/>
            <pc:sldMk cId="2359944374" sldId="291"/>
            <ac:picMk id="7" creationId="{126A5178-F658-6CA8-B632-0E95CCB66C3A}"/>
          </ac:picMkLst>
        </pc:picChg>
        <pc:picChg chg="add mod">
          <ac:chgData name="Wimmer, Ethan" userId="fba856c3-0395-447d-8c5b-615148da754b" providerId="ADAL" clId="{DA3F7AB2-E862-4572-8940-3A3A1EE99E69}" dt="2026-04-28T03:50:47.865" v="5946" actId="1076"/>
          <ac:picMkLst>
            <pc:docMk/>
            <pc:sldMk cId="2359944374" sldId="291"/>
            <ac:picMk id="9" creationId="{2576A819-5484-2DBB-77FA-B18A6FB9F15F}"/>
          </ac:picMkLst>
        </pc:picChg>
      </pc:sldChg>
      <pc:sldChg chg="addSp delSp modSp add mod setBg">
        <pc:chgData name="Wimmer, Ethan" userId="fba856c3-0395-447d-8c5b-615148da754b" providerId="ADAL" clId="{DA3F7AB2-E862-4572-8940-3A3A1EE99E69}" dt="2026-04-28T18:06:28.253" v="12501" actId="26606"/>
        <pc:sldMkLst>
          <pc:docMk/>
          <pc:sldMk cId="653336772" sldId="292"/>
        </pc:sldMkLst>
        <pc:spChg chg="mod">
          <ac:chgData name="Wimmer, Ethan" userId="fba856c3-0395-447d-8c5b-615148da754b" providerId="ADAL" clId="{DA3F7AB2-E862-4572-8940-3A3A1EE99E69}" dt="2026-04-28T18:06:28.253" v="12501" actId="26606"/>
          <ac:spMkLst>
            <pc:docMk/>
            <pc:sldMk cId="653336772" sldId="292"/>
            <ac:spMk id="2" creationId="{FDDC0E40-C0A3-716D-DF44-8CF8455FAB43}"/>
          </ac:spMkLst>
        </pc:spChg>
        <pc:spChg chg="mod">
          <ac:chgData name="Wimmer, Ethan" userId="fba856c3-0395-447d-8c5b-615148da754b" providerId="ADAL" clId="{DA3F7AB2-E862-4572-8940-3A3A1EE99E69}" dt="2026-04-28T18:06:28.253" v="12501" actId="26606"/>
          <ac:spMkLst>
            <pc:docMk/>
            <pc:sldMk cId="653336772" sldId="292"/>
            <ac:spMk id="3" creationId="{8155E268-338E-1A86-0187-745031525A61}"/>
          </ac:spMkLst>
        </pc:spChg>
        <pc:spChg chg="add del">
          <ac:chgData name="Wimmer, Ethan" userId="fba856c3-0395-447d-8c5b-615148da754b" providerId="ADAL" clId="{DA3F7AB2-E862-4572-8940-3A3A1EE99E69}" dt="2026-04-28T18:06:28.237" v="12500" actId="26606"/>
          <ac:spMkLst>
            <pc:docMk/>
            <pc:sldMk cId="653336772" sldId="292"/>
            <ac:spMk id="8" creationId="{DBF61EA3-B236-439E-9C0B-340980D56BEE}"/>
          </ac:spMkLst>
        </pc:spChg>
        <pc:spChg chg="add del">
          <ac:chgData name="Wimmer, Ethan" userId="fba856c3-0395-447d-8c5b-615148da754b" providerId="ADAL" clId="{DA3F7AB2-E862-4572-8940-3A3A1EE99E69}" dt="2026-04-28T18:06:28.237" v="12500" actId="26606"/>
          <ac:spMkLst>
            <pc:docMk/>
            <pc:sldMk cId="653336772" sldId="292"/>
            <ac:spMk id="14" creationId="{E659831F-0D9A-4C63-9EBB-8435B85A440F}"/>
          </ac:spMkLst>
        </pc:spChg>
        <pc:spChg chg="add">
          <ac:chgData name="Wimmer, Ethan" userId="fba856c3-0395-447d-8c5b-615148da754b" providerId="ADAL" clId="{DA3F7AB2-E862-4572-8940-3A3A1EE99E69}" dt="2026-04-28T18:06:28.253" v="12501" actId="26606"/>
          <ac:spMkLst>
            <pc:docMk/>
            <pc:sldMk cId="653336772" sldId="292"/>
            <ac:spMk id="16" creationId="{4DA718D0-4865-4629-8134-44F68D41D574}"/>
          </ac:spMkLst>
        </pc:spChg>
        <pc:spChg chg="add">
          <ac:chgData name="Wimmer, Ethan" userId="fba856c3-0395-447d-8c5b-615148da754b" providerId="ADAL" clId="{DA3F7AB2-E862-4572-8940-3A3A1EE99E69}" dt="2026-04-28T18:06:28.253" v="12501" actId="26606"/>
          <ac:spMkLst>
            <pc:docMk/>
            <pc:sldMk cId="653336772" sldId="292"/>
            <ac:spMk id="20" creationId="{CBC4F608-B4B8-48C3-9572-C0F061B1CD99}"/>
          </ac:spMkLst>
        </pc:spChg>
        <pc:grpChg chg="add del">
          <ac:chgData name="Wimmer, Ethan" userId="fba856c3-0395-447d-8c5b-615148da754b" providerId="ADAL" clId="{DA3F7AB2-E862-4572-8940-3A3A1EE99E69}" dt="2026-04-28T18:06:28.237" v="12500" actId="26606"/>
          <ac:grpSpMkLst>
            <pc:docMk/>
            <pc:sldMk cId="653336772" sldId="292"/>
            <ac:grpSpMk id="10" creationId="{28FAF094-D087-493F-8DF9-A486C2D6BBAA}"/>
          </ac:grpSpMkLst>
        </pc:grpChg>
        <pc:grpChg chg="add">
          <ac:chgData name="Wimmer, Ethan" userId="fba856c3-0395-447d-8c5b-615148da754b" providerId="ADAL" clId="{DA3F7AB2-E862-4572-8940-3A3A1EE99E69}" dt="2026-04-28T18:06:28.253" v="12501" actId="26606"/>
          <ac:grpSpMkLst>
            <pc:docMk/>
            <pc:sldMk cId="653336772" sldId="292"/>
            <ac:grpSpMk id="17" creationId="{65167ED7-6315-43AB-B1B6-C326D5FD8F84}"/>
          </ac:grpSpMkLst>
        </pc:grpChg>
      </pc:sldChg>
      <pc:sldChg chg="addSp delSp modSp new mod">
        <pc:chgData name="Wimmer, Ethan" userId="fba856c3-0395-447d-8c5b-615148da754b" providerId="ADAL" clId="{DA3F7AB2-E862-4572-8940-3A3A1EE99E69}" dt="2026-04-28T17:48:22.702" v="12396" actId="1076"/>
        <pc:sldMkLst>
          <pc:docMk/>
          <pc:sldMk cId="2280481668" sldId="293"/>
        </pc:sldMkLst>
        <pc:spChg chg="mod">
          <ac:chgData name="Wimmer, Ethan" userId="fba856c3-0395-447d-8c5b-615148da754b" providerId="ADAL" clId="{DA3F7AB2-E862-4572-8940-3A3A1EE99E69}" dt="2026-04-28T04:31:36.888" v="6885" actId="20577"/>
          <ac:spMkLst>
            <pc:docMk/>
            <pc:sldMk cId="2280481668" sldId="293"/>
            <ac:spMk id="2" creationId="{D99E09C7-363B-97D8-4685-541E375595E1}"/>
          </ac:spMkLst>
        </pc:spChg>
        <pc:spChg chg="del">
          <ac:chgData name="Wimmer, Ethan" userId="fba856c3-0395-447d-8c5b-615148da754b" providerId="ADAL" clId="{DA3F7AB2-E862-4572-8940-3A3A1EE99E69}" dt="2026-04-28T17:44:51.670" v="11984" actId="22"/>
          <ac:spMkLst>
            <pc:docMk/>
            <pc:sldMk cId="2280481668" sldId="293"/>
            <ac:spMk id="3" creationId="{6E41C234-AEB0-1D71-0DD5-855986423AEB}"/>
          </ac:spMkLst>
        </pc:spChg>
        <pc:spChg chg="add del">
          <ac:chgData name="Wimmer, Ethan" userId="fba856c3-0395-447d-8c5b-615148da754b" providerId="ADAL" clId="{DA3F7AB2-E862-4572-8940-3A3A1EE99E69}" dt="2026-04-28T17:46:46.009" v="12004" actId="22"/>
          <ac:spMkLst>
            <pc:docMk/>
            <pc:sldMk cId="2280481668" sldId="293"/>
            <ac:spMk id="7" creationId="{EC0151E6-750C-7AEA-A95D-F31DB3E85E8B}"/>
          </ac:spMkLst>
        </pc:spChg>
        <pc:spChg chg="add mod">
          <ac:chgData name="Wimmer, Ethan" userId="fba856c3-0395-447d-8c5b-615148da754b" providerId="ADAL" clId="{DA3F7AB2-E862-4572-8940-3A3A1EE99E69}" dt="2026-04-28T17:47:20.034" v="12389" actId="20577"/>
          <ac:spMkLst>
            <pc:docMk/>
            <pc:sldMk cId="2280481668" sldId="293"/>
            <ac:spMk id="9" creationId="{136CE09F-92FB-9CC4-101F-7C27A761EFC2}"/>
          </ac:spMkLst>
        </pc:spChg>
        <pc:picChg chg="add del mod ord">
          <ac:chgData name="Wimmer, Ethan" userId="fba856c3-0395-447d-8c5b-615148da754b" providerId="ADAL" clId="{DA3F7AB2-E862-4572-8940-3A3A1EE99E69}" dt="2026-04-28T17:46:47.412" v="12005" actId="478"/>
          <ac:picMkLst>
            <pc:docMk/>
            <pc:sldMk cId="2280481668" sldId="293"/>
            <ac:picMk id="5" creationId="{100ECAEC-C25E-7F9E-8BC0-A2AB83D9C707}"/>
          </ac:picMkLst>
        </pc:picChg>
        <pc:picChg chg="add mod">
          <ac:chgData name="Wimmer, Ethan" userId="fba856c3-0395-447d-8c5b-615148da754b" providerId="ADAL" clId="{DA3F7AB2-E862-4572-8940-3A3A1EE99E69}" dt="2026-04-28T17:48:22.702" v="12396" actId="1076"/>
          <ac:picMkLst>
            <pc:docMk/>
            <pc:sldMk cId="2280481668" sldId="293"/>
            <ac:picMk id="11" creationId="{8486F455-DFD6-E8DF-C044-EA00FE66D3E9}"/>
          </ac:picMkLst>
        </pc:picChg>
      </pc:sldChg>
      <pc:sldChg chg="addSp delSp modSp new mod">
        <pc:chgData name="Wimmer, Ethan" userId="fba856c3-0395-447d-8c5b-615148da754b" providerId="ADAL" clId="{DA3F7AB2-E862-4572-8940-3A3A1EE99E69}" dt="2026-04-28T05:06:50.467" v="7272" actId="1076"/>
        <pc:sldMkLst>
          <pc:docMk/>
          <pc:sldMk cId="825382774" sldId="294"/>
        </pc:sldMkLst>
        <pc:spChg chg="mod">
          <ac:chgData name="Wimmer, Ethan" userId="fba856c3-0395-447d-8c5b-615148da754b" providerId="ADAL" clId="{DA3F7AB2-E862-4572-8940-3A3A1EE99E69}" dt="2026-04-28T04:33:27.756" v="6921" actId="20577"/>
          <ac:spMkLst>
            <pc:docMk/>
            <pc:sldMk cId="825382774" sldId="294"/>
            <ac:spMk id="2" creationId="{5BF44BAB-496D-39AC-230F-119D5A6338B7}"/>
          </ac:spMkLst>
        </pc:spChg>
        <pc:spChg chg="mod">
          <ac:chgData name="Wimmer, Ethan" userId="fba856c3-0395-447d-8c5b-615148da754b" providerId="ADAL" clId="{DA3F7AB2-E862-4572-8940-3A3A1EE99E69}" dt="2026-04-28T04:41:27.225" v="7171" actId="20577"/>
          <ac:spMkLst>
            <pc:docMk/>
            <pc:sldMk cId="825382774" sldId="294"/>
            <ac:spMk id="3" creationId="{2DFB8CF7-CF26-70C4-E1C5-47993BD21119}"/>
          </ac:spMkLst>
        </pc:spChg>
        <pc:picChg chg="add del mod">
          <ac:chgData name="Wimmer, Ethan" userId="fba856c3-0395-447d-8c5b-615148da754b" providerId="ADAL" clId="{DA3F7AB2-E862-4572-8940-3A3A1EE99E69}" dt="2026-04-28T05:04:35.304" v="7259" actId="478"/>
          <ac:picMkLst>
            <pc:docMk/>
            <pc:sldMk cId="825382774" sldId="294"/>
            <ac:picMk id="5" creationId="{BF867CF9-F117-5F92-639C-1F4C57767115}"/>
          </ac:picMkLst>
        </pc:picChg>
        <pc:picChg chg="add mod">
          <ac:chgData name="Wimmer, Ethan" userId="fba856c3-0395-447d-8c5b-615148da754b" providerId="ADAL" clId="{DA3F7AB2-E862-4572-8940-3A3A1EE99E69}" dt="2026-04-28T05:06:44.148" v="7271" actId="1076"/>
          <ac:picMkLst>
            <pc:docMk/>
            <pc:sldMk cId="825382774" sldId="294"/>
            <ac:picMk id="7" creationId="{73588311-B20E-9EBF-07A5-53673C4AE01A}"/>
          </ac:picMkLst>
        </pc:picChg>
        <pc:picChg chg="add mod">
          <ac:chgData name="Wimmer, Ethan" userId="fba856c3-0395-447d-8c5b-615148da754b" providerId="ADAL" clId="{DA3F7AB2-E862-4572-8940-3A3A1EE99E69}" dt="2026-04-28T05:06:50.467" v="7272" actId="1076"/>
          <ac:picMkLst>
            <pc:docMk/>
            <pc:sldMk cId="825382774" sldId="294"/>
            <ac:picMk id="9" creationId="{10E614A9-A70D-94AF-410E-EA49D4AE6369}"/>
          </ac:picMkLst>
        </pc:picChg>
      </pc:sldChg>
      <pc:sldChg chg="addSp modSp new mod setBg">
        <pc:chgData name="Wimmer, Ethan" userId="fba856c3-0395-447d-8c5b-615148da754b" providerId="ADAL" clId="{DA3F7AB2-E862-4572-8940-3A3A1EE99E69}" dt="2026-04-28T18:06:46.445" v="12502" actId="26606"/>
        <pc:sldMkLst>
          <pc:docMk/>
          <pc:sldMk cId="1805450514" sldId="295"/>
        </pc:sldMkLst>
        <pc:spChg chg="mod">
          <ac:chgData name="Wimmer, Ethan" userId="fba856c3-0395-447d-8c5b-615148da754b" providerId="ADAL" clId="{DA3F7AB2-E862-4572-8940-3A3A1EE99E69}" dt="2026-04-28T18:06:46.445" v="12502" actId="26606"/>
          <ac:spMkLst>
            <pc:docMk/>
            <pc:sldMk cId="1805450514" sldId="295"/>
            <ac:spMk id="2" creationId="{BF751FF5-BD9C-6303-B8D0-3623D0F3B9A7}"/>
          </ac:spMkLst>
        </pc:spChg>
        <pc:spChg chg="mod">
          <ac:chgData name="Wimmer, Ethan" userId="fba856c3-0395-447d-8c5b-615148da754b" providerId="ADAL" clId="{DA3F7AB2-E862-4572-8940-3A3A1EE99E69}" dt="2026-04-28T18:06:46.445" v="12502" actId="26606"/>
          <ac:spMkLst>
            <pc:docMk/>
            <pc:sldMk cId="1805450514" sldId="295"/>
            <ac:spMk id="3" creationId="{4E493701-35A5-84A0-EDC2-AA91FE9E6D57}"/>
          </ac:spMkLst>
        </pc:spChg>
        <pc:spChg chg="add">
          <ac:chgData name="Wimmer, Ethan" userId="fba856c3-0395-447d-8c5b-615148da754b" providerId="ADAL" clId="{DA3F7AB2-E862-4572-8940-3A3A1EE99E69}" dt="2026-04-28T18:06:46.445" v="12502" actId="26606"/>
          <ac:spMkLst>
            <pc:docMk/>
            <pc:sldMk cId="1805450514" sldId="295"/>
            <ac:spMk id="8" creationId="{B6CDA21F-E7AF-4C75-8395-33F58D5B0E45}"/>
          </ac:spMkLst>
        </pc:spChg>
        <pc:spChg chg="add">
          <ac:chgData name="Wimmer, Ethan" userId="fba856c3-0395-447d-8c5b-615148da754b" providerId="ADAL" clId="{DA3F7AB2-E862-4572-8940-3A3A1EE99E69}" dt="2026-04-28T18:06:46.445" v="12502" actId="26606"/>
          <ac:spMkLst>
            <pc:docMk/>
            <pc:sldMk cId="1805450514" sldId="295"/>
            <ac:spMk id="15" creationId="{D5B0017B-2ECA-49AF-B397-DC140825DF8D}"/>
          </ac:spMkLst>
        </pc:spChg>
        <pc:grpChg chg="add">
          <ac:chgData name="Wimmer, Ethan" userId="fba856c3-0395-447d-8c5b-615148da754b" providerId="ADAL" clId="{DA3F7AB2-E862-4572-8940-3A3A1EE99E69}" dt="2026-04-28T18:06:46.445" v="12502" actId="26606"/>
          <ac:grpSpMkLst>
            <pc:docMk/>
            <pc:sldMk cId="1805450514" sldId="295"/>
            <ac:grpSpMk id="10" creationId="{AE1C45F0-260A-458C-96ED-C1F6D2151219}"/>
          </ac:grpSpMkLst>
        </pc:grpChg>
        <pc:cxnChg chg="add">
          <ac:chgData name="Wimmer, Ethan" userId="fba856c3-0395-447d-8c5b-615148da754b" providerId="ADAL" clId="{DA3F7AB2-E862-4572-8940-3A3A1EE99E69}" dt="2026-04-28T18:06:46.445" v="12502" actId="26606"/>
          <ac:cxnSpMkLst>
            <pc:docMk/>
            <pc:sldMk cId="1805450514" sldId="295"/>
            <ac:cxnSpMk id="17" creationId="{6CF1BAF6-AD41-4082-B212-8A1F9A2E8779}"/>
          </ac:cxnSpMkLst>
        </pc:cxnChg>
      </pc:sldChg>
      <pc:sldChg chg="new del">
        <pc:chgData name="Wimmer, Ethan" userId="fba856c3-0395-447d-8c5b-615148da754b" providerId="ADAL" clId="{DA3F7AB2-E862-4572-8940-3A3A1EE99E69}" dt="2026-04-28T05:07:43.510" v="7274" actId="47"/>
        <pc:sldMkLst>
          <pc:docMk/>
          <pc:sldMk cId="2656709604" sldId="296"/>
        </pc:sldMkLst>
      </pc:sldChg>
      <pc:sldChg chg="addSp delSp modSp add mod setBg">
        <pc:chgData name="Wimmer, Ethan" userId="fba856c3-0395-447d-8c5b-615148da754b" providerId="ADAL" clId="{DA3F7AB2-E862-4572-8940-3A3A1EE99E69}" dt="2026-04-28T18:06:55.827" v="12505" actId="26606"/>
        <pc:sldMkLst>
          <pc:docMk/>
          <pc:sldMk cId="3866276603" sldId="296"/>
        </pc:sldMkLst>
        <pc:spChg chg="mod">
          <ac:chgData name="Wimmer, Ethan" userId="fba856c3-0395-447d-8c5b-615148da754b" providerId="ADAL" clId="{DA3F7AB2-E862-4572-8940-3A3A1EE99E69}" dt="2026-04-28T18:06:55.827" v="12505" actId="26606"/>
          <ac:spMkLst>
            <pc:docMk/>
            <pc:sldMk cId="3866276603" sldId="296"/>
            <ac:spMk id="2" creationId="{0C40EEA9-9D15-AEB8-5D21-30F283451CBC}"/>
          </ac:spMkLst>
        </pc:spChg>
        <pc:spChg chg="mod">
          <ac:chgData name="Wimmer, Ethan" userId="fba856c3-0395-447d-8c5b-615148da754b" providerId="ADAL" clId="{DA3F7AB2-E862-4572-8940-3A3A1EE99E69}" dt="2026-04-28T18:06:55.827" v="12505" actId="26606"/>
          <ac:spMkLst>
            <pc:docMk/>
            <pc:sldMk cId="3866276603" sldId="296"/>
            <ac:spMk id="3" creationId="{AD210F1E-6794-4C54-FD5D-5653F52E92B0}"/>
          </ac:spMkLst>
        </pc:spChg>
        <pc:spChg chg="add del">
          <ac:chgData name="Wimmer, Ethan" userId="fba856c3-0395-447d-8c5b-615148da754b" providerId="ADAL" clId="{DA3F7AB2-E862-4572-8940-3A3A1EE99E69}" dt="2026-04-28T18:06:55.811" v="12504" actId="26606"/>
          <ac:spMkLst>
            <pc:docMk/>
            <pc:sldMk cId="3866276603" sldId="296"/>
            <ac:spMk id="8" creationId="{B6CDA21F-E7AF-4C75-8395-33F58D5B0E45}"/>
          </ac:spMkLst>
        </pc:spChg>
        <pc:spChg chg="add">
          <ac:chgData name="Wimmer, Ethan" userId="fba856c3-0395-447d-8c5b-615148da754b" providerId="ADAL" clId="{DA3F7AB2-E862-4572-8940-3A3A1EE99E69}" dt="2026-04-28T18:06:55.827" v="12505" actId="26606"/>
          <ac:spMkLst>
            <pc:docMk/>
            <pc:sldMk cId="3866276603" sldId="296"/>
            <ac:spMk id="14" creationId="{E659831F-0D9A-4C63-9EBB-8435B85A440F}"/>
          </ac:spMkLst>
        </pc:spChg>
        <pc:spChg chg="add del">
          <ac:chgData name="Wimmer, Ethan" userId="fba856c3-0395-447d-8c5b-615148da754b" providerId="ADAL" clId="{DA3F7AB2-E862-4572-8940-3A3A1EE99E69}" dt="2026-04-28T18:06:55.811" v="12504" actId="26606"/>
          <ac:spMkLst>
            <pc:docMk/>
            <pc:sldMk cId="3866276603" sldId="296"/>
            <ac:spMk id="15" creationId="{D5B0017B-2ECA-49AF-B397-DC140825DF8D}"/>
          </ac:spMkLst>
        </pc:spChg>
        <pc:spChg chg="add">
          <ac:chgData name="Wimmer, Ethan" userId="fba856c3-0395-447d-8c5b-615148da754b" providerId="ADAL" clId="{DA3F7AB2-E862-4572-8940-3A3A1EE99E69}" dt="2026-04-28T18:06:55.827" v="12505" actId="26606"/>
          <ac:spMkLst>
            <pc:docMk/>
            <pc:sldMk cId="3866276603" sldId="296"/>
            <ac:spMk id="19" creationId="{DBF61EA3-B236-439E-9C0B-340980D56BEE}"/>
          </ac:spMkLst>
        </pc:spChg>
        <pc:grpChg chg="add del">
          <ac:chgData name="Wimmer, Ethan" userId="fba856c3-0395-447d-8c5b-615148da754b" providerId="ADAL" clId="{DA3F7AB2-E862-4572-8940-3A3A1EE99E69}" dt="2026-04-28T18:06:55.811" v="12504" actId="26606"/>
          <ac:grpSpMkLst>
            <pc:docMk/>
            <pc:sldMk cId="3866276603" sldId="296"/>
            <ac:grpSpMk id="10" creationId="{AE1C45F0-260A-458C-96ED-C1F6D2151219}"/>
          </ac:grpSpMkLst>
        </pc:grpChg>
        <pc:grpChg chg="add">
          <ac:chgData name="Wimmer, Ethan" userId="fba856c3-0395-447d-8c5b-615148da754b" providerId="ADAL" clId="{DA3F7AB2-E862-4572-8940-3A3A1EE99E69}" dt="2026-04-28T18:06:55.827" v="12505" actId="26606"/>
          <ac:grpSpMkLst>
            <pc:docMk/>
            <pc:sldMk cId="3866276603" sldId="296"/>
            <ac:grpSpMk id="20" creationId="{28FAF094-D087-493F-8DF9-A486C2D6BBAA}"/>
          </ac:grpSpMkLst>
        </pc:grpChg>
        <pc:cxnChg chg="add del">
          <ac:chgData name="Wimmer, Ethan" userId="fba856c3-0395-447d-8c5b-615148da754b" providerId="ADAL" clId="{DA3F7AB2-E862-4572-8940-3A3A1EE99E69}" dt="2026-04-28T18:06:55.811" v="12504" actId="26606"/>
          <ac:cxnSpMkLst>
            <pc:docMk/>
            <pc:sldMk cId="3866276603" sldId="296"/>
            <ac:cxnSpMk id="17" creationId="{6CF1BAF6-AD41-4082-B212-8A1F9A2E8779}"/>
          </ac:cxnSpMkLst>
        </pc:cxnChg>
      </pc:sldChg>
      <pc:sldChg chg="addSp modSp add mod setBg">
        <pc:chgData name="Wimmer, Ethan" userId="fba856c3-0395-447d-8c5b-615148da754b" providerId="ADAL" clId="{DA3F7AB2-E862-4572-8940-3A3A1EE99E69}" dt="2026-04-28T18:07:01.458" v="12506" actId="26606"/>
        <pc:sldMkLst>
          <pc:docMk/>
          <pc:sldMk cId="996551974" sldId="297"/>
        </pc:sldMkLst>
        <pc:spChg chg="mod">
          <ac:chgData name="Wimmer, Ethan" userId="fba856c3-0395-447d-8c5b-615148da754b" providerId="ADAL" clId="{DA3F7AB2-E862-4572-8940-3A3A1EE99E69}" dt="2026-04-28T18:07:01.458" v="12506" actId="26606"/>
          <ac:spMkLst>
            <pc:docMk/>
            <pc:sldMk cId="996551974" sldId="297"/>
            <ac:spMk id="2" creationId="{D53A7BB0-09F5-3BD5-33BE-A7A8410B35C6}"/>
          </ac:spMkLst>
        </pc:spChg>
        <pc:spChg chg="mod">
          <ac:chgData name="Wimmer, Ethan" userId="fba856c3-0395-447d-8c5b-615148da754b" providerId="ADAL" clId="{DA3F7AB2-E862-4572-8940-3A3A1EE99E69}" dt="2026-04-28T18:07:01.458" v="12506" actId="26606"/>
          <ac:spMkLst>
            <pc:docMk/>
            <pc:sldMk cId="996551974" sldId="297"/>
            <ac:spMk id="3" creationId="{50B07744-BCA0-CAED-83E9-DF1322169B57}"/>
          </ac:spMkLst>
        </pc:spChg>
        <pc:spChg chg="add">
          <ac:chgData name="Wimmer, Ethan" userId="fba856c3-0395-447d-8c5b-615148da754b" providerId="ADAL" clId="{DA3F7AB2-E862-4572-8940-3A3A1EE99E69}" dt="2026-04-28T18:07:01.458" v="12506" actId="26606"/>
          <ac:spMkLst>
            <pc:docMk/>
            <pc:sldMk cId="996551974" sldId="297"/>
            <ac:spMk id="8" creationId="{4DA718D0-4865-4629-8134-44F68D41D574}"/>
          </ac:spMkLst>
        </pc:spChg>
        <pc:spChg chg="add">
          <ac:chgData name="Wimmer, Ethan" userId="fba856c3-0395-447d-8c5b-615148da754b" providerId="ADAL" clId="{DA3F7AB2-E862-4572-8940-3A3A1EE99E69}" dt="2026-04-28T18:07:01.458" v="12506" actId="26606"/>
          <ac:spMkLst>
            <pc:docMk/>
            <pc:sldMk cId="996551974" sldId="297"/>
            <ac:spMk id="14" creationId="{CBC4F608-B4B8-48C3-9572-C0F061B1CD99}"/>
          </ac:spMkLst>
        </pc:spChg>
        <pc:grpChg chg="add">
          <ac:chgData name="Wimmer, Ethan" userId="fba856c3-0395-447d-8c5b-615148da754b" providerId="ADAL" clId="{DA3F7AB2-E862-4572-8940-3A3A1EE99E69}" dt="2026-04-28T18:07:01.458" v="12506" actId="26606"/>
          <ac:grpSpMkLst>
            <pc:docMk/>
            <pc:sldMk cId="996551974" sldId="297"/>
            <ac:grpSpMk id="10" creationId="{65167ED7-6315-43AB-B1B6-C326D5FD8F84}"/>
          </ac:grpSpMkLst>
        </pc:grpChg>
      </pc:sldChg>
      <pc:sldChg chg="addSp delSp modSp new mod">
        <pc:chgData name="Wimmer, Ethan" userId="fba856c3-0395-447d-8c5b-615148da754b" providerId="ADAL" clId="{DA3F7AB2-E862-4572-8940-3A3A1EE99E69}" dt="2026-04-28T18:07:47.772" v="12507" actId="26606"/>
        <pc:sldMkLst>
          <pc:docMk/>
          <pc:sldMk cId="196684655" sldId="298"/>
        </pc:sldMkLst>
        <pc:spChg chg="mod">
          <ac:chgData name="Wimmer, Ethan" userId="fba856c3-0395-447d-8c5b-615148da754b" providerId="ADAL" clId="{DA3F7AB2-E862-4572-8940-3A3A1EE99E69}" dt="2026-04-28T05:16:23.162" v="7737" actId="20577"/>
          <ac:spMkLst>
            <pc:docMk/>
            <pc:sldMk cId="196684655" sldId="298"/>
            <ac:spMk id="2" creationId="{C2A49B88-AC77-D8B8-DDD7-AA92532BDC36}"/>
          </ac:spMkLst>
        </pc:spChg>
        <pc:spChg chg="del mod">
          <ac:chgData name="Wimmer, Ethan" userId="fba856c3-0395-447d-8c5b-615148da754b" providerId="ADAL" clId="{DA3F7AB2-E862-4572-8940-3A3A1EE99E69}" dt="2026-04-28T18:07:47.772" v="12507" actId="26606"/>
          <ac:spMkLst>
            <pc:docMk/>
            <pc:sldMk cId="196684655" sldId="298"/>
            <ac:spMk id="3" creationId="{54F49AF5-8F4B-4C19-4FD2-FE521FBB4717}"/>
          </ac:spMkLst>
        </pc:spChg>
        <pc:graphicFrameChg chg="add">
          <ac:chgData name="Wimmer, Ethan" userId="fba856c3-0395-447d-8c5b-615148da754b" providerId="ADAL" clId="{DA3F7AB2-E862-4572-8940-3A3A1EE99E69}" dt="2026-04-28T18:07:47.772" v="12507" actId="26606"/>
          <ac:graphicFrameMkLst>
            <pc:docMk/>
            <pc:sldMk cId="196684655" sldId="298"/>
            <ac:graphicFrameMk id="5" creationId="{09F349DB-15E4-A948-7C32-DF10E592368A}"/>
          </ac:graphicFrameMkLst>
        </pc:graphicFrameChg>
      </pc:sldChg>
      <pc:sldChg chg="addSp delSp modSp add mod">
        <pc:chgData name="Wimmer, Ethan" userId="fba856c3-0395-447d-8c5b-615148da754b" providerId="ADAL" clId="{DA3F7AB2-E862-4572-8940-3A3A1EE99E69}" dt="2026-04-28T05:43:07.413" v="8283" actId="1076"/>
        <pc:sldMkLst>
          <pc:docMk/>
          <pc:sldMk cId="3145111860" sldId="299"/>
        </pc:sldMkLst>
        <pc:spChg chg="mod">
          <ac:chgData name="Wimmer, Ethan" userId="fba856c3-0395-447d-8c5b-615148da754b" providerId="ADAL" clId="{DA3F7AB2-E862-4572-8940-3A3A1EE99E69}" dt="2026-04-28T05:28:44.074" v="8085" actId="20577"/>
          <ac:spMkLst>
            <pc:docMk/>
            <pc:sldMk cId="3145111860" sldId="299"/>
            <ac:spMk id="2" creationId="{4E48CDA8-76D4-AF9B-32F7-6366E2802A59}"/>
          </ac:spMkLst>
        </pc:spChg>
        <pc:spChg chg="mod">
          <ac:chgData name="Wimmer, Ethan" userId="fba856c3-0395-447d-8c5b-615148da754b" providerId="ADAL" clId="{DA3F7AB2-E862-4572-8940-3A3A1EE99E69}" dt="2026-04-28T05:42:59.846" v="8282" actId="20577"/>
          <ac:spMkLst>
            <pc:docMk/>
            <pc:sldMk cId="3145111860" sldId="299"/>
            <ac:spMk id="3" creationId="{5ACC4E9F-1DC3-F4B3-3C25-EF230C6D13D0}"/>
          </ac:spMkLst>
        </pc:spChg>
        <pc:picChg chg="add mod">
          <ac:chgData name="Wimmer, Ethan" userId="fba856c3-0395-447d-8c5b-615148da754b" providerId="ADAL" clId="{DA3F7AB2-E862-4572-8940-3A3A1EE99E69}" dt="2026-04-28T05:43:07.413" v="8283" actId="1076"/>
          <ac:picMkLst>
            <pc:docMk/>
            <pc:sldMk cId="3145111860" sldId="299"/>
            <ac:picMk id="5" creationId="{BA503F00-A328-3090-4900-716A3B913570}"/>
          </ac:picMkLst>
        </pc:picChg>
        <pc:picChg chg="del">
          <ac:chgData name="Wimmer, Ethan" userId="fba856c3-0395-447d-8c5b-615148da754b" providerId="ADAL" clId="{DA3F7AB2-E862-4572-8940-3A3A1EE99E69}" dt="2026-04-28T05:28:58.451" v="8087" actId="478"/>
          <ac:picMkLst>
            <pc:docMk/>
            <pc:sldMk cId="3145111860" sldId="299"/>
            <ac:picMk id="7" creationId="{5D51BA9D-4528-E052-276E-D7BB8AD8E77A}"/>
          </ac:picMkLst>
        </pc:picChg>
        <pc:picChg chg="del">
          <ac:chgData name="Wimmer, Ethan" userId="fba856c3-0395-447d-8c5b-615148da754b" providerId="ADAL" clId="{DA3F7AB2-E862-4572-8940-3A3A1EE99E69}" dt="2026-04-28T05:28:56.913" v="8086" actId="478"/>
          <ac:picMkLst>
            <pc:docMk/>
            <pc:sldMk cId="3145111860" sldId="299"/>
            <ac:picMk id="9" creationId="{89F676D2-ECB6-180C-431E-045FB08662C9}"/>
          </ac:picMkLst>
        </pc:picChg>
      </pc:sldChg>
      <pc:sldChg chg="addSp delSp modSp add mod setBg">
        <pc:chgData name="Wimmer, Ethan" userId="fba856c3-0395-447d-8c5b-615148da754b" providerId="ADAL" clId="{DA3F7AB2-E862-4572-8940-3A3A1EE99E69}" dt="2026-04-28T18:08:23.754" v="12510" actId="26606"/>
        <pc:sldMkLst>
          <pc:docMk/>
          <pc:sldMk cId="1213152768" sldId="300"/>
        </pc:sldMkLst>
        <pc:spChg chg="mod">
          <ac:chgData name="Wimmer, Ethan" userId="fba856c3-0395-447d-8c5b-615148da754b" providerId="ADAL" clId="{DA3F7AB2-E862-4572-8940-3A3A1EE99E69}" dt="2026-04-28T18:08:23.754" v="12510" actId="26606"/>
          <ac:spMkLst>
            <pc:docMk/>
            <pc:sldMk cId="1213152768" sldId="300"/>
            <ac:spMk id="2" creationId="{AD4018F0-91AF-A946-923C-5B17BC954A99}"/>
          </ac:spMkLst>
        </pc:spChg>
        <pc:spChg chg="add del mod">
          <ac:chgData name="Wimmer, Ethan" userId="fba856c3-0395-447d-8c5b-615148da754b" providerId="ADAL" clId="{DA3F7AB2-E862-4572-8940-3A3A1EE99E69}" dt="2026-04-28T18:08:23.754" v="12510" actId="26606"/>
          <ac:spMkLst>
            <pc:docMk/>
            <pc:sldMk cId="1213152768" sldId="300"/>
            <ac:spMk id="3" creationId="{973476D3-CB46-6094-1DEA-EA354E3225B3}"/>
          </ac:spMkLst>
        </pc:spChg>
        <pc:spChg chg="add">
          <ac:chgData name="Wimmer, Ethan" userId="fba856c3-0395-447d-8c5b-615148da754b" providerId="ADAL" clId="{DA3F7AB2-E862-4572-8940-3A3A1EE99E69}" dt="2026-04-28T18:08:23.754" v="12510" actId="26606"/>
          <ac:spMkLst>
            <pc:docMk/>
            <pc:sldMk cId="1213152768" sldId="300"/>
            <ac:spMk id="8" creationId="{B6CDA21F-E7AF-4C75-8395-33F58D5B0E45}"/>
          </ac:spMkLst>
        </pc:spChg>
        <pc:spChg chg="add del">
          <ac:chgData name="Wimmer, Ethan" userId="fba856c3-0395-447d-8c5b-615148da754b" providerId="ADAL" clId="{DA3F7AB2-E862-4572-8940-3A3A1EE99E69}" dt="2026-04-28T18:08:23.694" v="12509" actId="26606"/>
          <ac:spMkLst>
            <pc:docMk/>
            <pc:sldMk cId="1213152768" sldId="300"/>
            <ac:spMk id="9" creationId="{56E9B3E6-E277-4D68-BA48-9CB43FFBD6E2}"/>
          </ac:spMkLst>
        </pc:spChg>
        <pc:spChg chg="add">
          <ac:chgData name="Wimmer, Ethan" userId="fba856c3-0395-447d-8c5b-615148da754b" providerId="ADAL" clId="{DA3F7AB2-E862-4572-8940-3A3A1EE99E69}" dt="2026-04-28T18:08:23.754" v="12510" actId="26606"/>
          <ac:spMkLst>
            <pc:docMk/>
            <pc:sldMk cId="1213152768" sldId="300"/>
            <ac:spMk id="15" creationId="{D5B0017B-2ECA-49AF-B397-DC140825DF8D}"/>
          </ac:spMkLst>
        </pc:spChg>
        <pc:spChg chg="add del">
          <ac:chgData name="Wimmer, Ethan" userId="fba856c3-0395-447d-8c5b-615148da754b" providerId="ADAL" clId="{DA3F7AB2-E862-4572-8940-3A3A1EE99E69}" dt="2026-04-28T18:08:23.694" v="12509" actId="26606"/>
          <ac:spMkLst>
            <pc:docMk/>
            <pc:sldMk cId="1213152768" sldId="300"/>
            <ac:spMk id="16" creationId="{D5B0017B-2ECA-49AF-B397-DC140825DF8D}"/>
          </ac:spMkLst>
        </pc:spChg>
        <pc:spChg chg="add">
          <ac:chgData name="Wimmer, Ethan" userId="fba856c3-0395-447d-8c5b-615148da754b" providerId="ADAL" clId="{DA3F7AB2-E862-4572-8940-3A3A1EE99E69}" dt="2026-04-28T18:08:23.754" v="12510" actId="26606"/>
          <ac:spMkLst>
            <pc:docMk/>
            <pc:sldMk cId="1213152768" sldId="300"/>
            <ac:spMk id="23" creationId="{973476D3-CB46-6094-1DEA-EA354E3225B3}"/>
          </ac:spMkLst>
        </pc:spChg>
        <pc:grpChg chg="add">
          <ac:chgData name="Wimmer, Ethan" userId="fba856c3-0395-447d-8c5b-615148da754b" providerId="ADAL" clId="{DA3F7AB2-E862-4572-8940-3A3A1EE99E69}" dt="2026-04-28T18:08:23.754" v="12510" actId="26606"/>
          <ac:grpSpMkLst>
            <pc:docMk/>
            <pc:sldMk cId="1213152768" sldId="300"/>
            <ac:grpSpMk id="10" creationId="{AE1C45F0-260A-458C-96ED-C1F6D2151219}"/>
          </ac:grpSpMkLst>
        </pc:grpChg>
        <pc:grpChg chg="add del">
          <ac:chgData name="Wimmer, Ethan" userId="fba856c3-0395-447d-8c5b-615148da754b" providerId="ADAL" clId="{DA3F7AB2-E862-4572-8940-3A3A1EE99E69}" dt="2026-04-28T18:08:23.694" v="12509" actId="26606"/>
          <ac:grpSpMkLst>
            <pc:docMk/>
            <pc:sldMk cId="1213152768" sldId="300"/>
            <ac:grpSpMk id="11" creationId="{AE1C45F0-260A-458C-96ED-C1F6D2151219}"/>
          </ac:grpSpMkLst>
        </pc:grpChg>
        <pc:graphicFrameChg chg="add del">
          <ac:chgData name="Wimmer, Ethan" userId="fba856c3-0395-447d-8c5b-615148da754b" providerId="ADAL" clId="{DA3F7AB2-E862-4572-8940-3A3A1EE99E69}" dt="2026-04-28T18:08:23.694" v="12509" actId="26606"/>
          <ac:graphicFrameMkLst>
            <pc:docMk/>
            <pc:sldMk cId="1213152768" sldId="300"/>
            <ac:graphicFrameMk id="6" creationId="{7154191C-0BA4-7197-49BB-FB9189E7396E}"/>
          </ac:graphicFrameMkLst>
        </pc:graphicFrameChg>
        <pc:picChg chg="del">
          <ac:chgData name="Wimmer, Ethan" userId="fba856c3-0395-447d-8c5b-615148da754b" providerId="ADAL" clId="{DA3F7AB2-E862-4572-8940-3A3A1EE99E69}" dt="2026-04-28T05:45:18.815" v="8285" actId="478"/>
          <ac:picMkLst>
            <pc:docMk/>
            <pc:sldMk cId="1213152768" sldId="300"/>
            <ac:picMk id="5" creationId="{0D6F17BB-1D6E-AD3C-0D12-0063F44E1E0C}"/>
          </ac:picMkLst>
        </pc:picChg>
        <pc:cxnChg chg="add">
          <ac:chgData name="Wimmer, Ethan" userId="fba856c3-0395-447d-8c5b-615148da754b" providerId="ADAL" clId="{DA3F7AB2-E862-4572-8940-3A3A1EE99E69}" dt="2026-04-28T18:08:23.754" v="12510" actId="26606"/>
          <ac:cxnSpMkLst>
            <pc:docMk/>
            <pc:sldMk cId="1213152768" sldId="300"/>
            <ac:cxnSpMk id="17" creationId="{6CF1BAF6-AD41-4082-B212-8A1F9A2E8779}"/>
          </ac:cxnSpMkLst>
        </pc:cxnChg>
        <pc:cxnChg chg="add del">
          <ac:chgData name="Wimmer, Ethan" userId="fba856c3-0395-447d-8c5b-615148da754b" providerId="ADAL" clId="{DA3F7AB2-E862-4572-8940-3A3A1EE99E69}" dt="2026-04-28T18:08:23.694" v="12509" actId="26606"/>
          <ac:cxnSpMkLst>
            <pc:docMk/>
            <pc:sldMk cId="1213152768" sldId="300"/>
            <ac:cxnSpMk id="18" creationId="{6CF1BAF6-AD41-4082-B212-8A1F9A2E8779}"/>
          </ac:cxnSpMkLst>
        </pc:cxnChg>
      </pc:sldChg>
      <pc:sldChg chg="addSp modSp add mod setBg">
        <pc:chgData name="Wimmer, Ethan" userId="fba856c3-0395-447d-8c5b-615148da754b" providerId="ADAL" clId="{DA3F7AB2-E862-4572-8940-3A3A1EE99E69}" dt="2026-04-28T18:08:49.221" v="12511" actId="26606"/>
        <pc:sldMkLst>
          <pc:docMk/>
          <pc:sldMk cId="348094500" sldId="301"/>
        </pc:sldMkLst>
        <pc:spChg chg="mod">
          <ac:chgData name="Wimmer, Ethan" userId="fba856c3-0395-447d-8c5b-615148da754b" providerId="ADAL" clId="{DA3F7AB2-E862-4572-8940-3A3A1EE99E69}" dt="2026-04-28T18:08:49.221" v="12511" actId="26606"/>
          <ac:spMkLst>
            <pc:docMk/>
            <pc:sldMk cId="348094500" sldId="301"/>
            <ac:spMk id="2" creationId="{E0443F80-EFCC-2563-0158-CA1B4145F456}"/>
          </ac:spMkLst>
        </pc:spChg>
        <pc:spChg chg="mod">
          <ac:chgData name="Wimmer, Ethan" userId="fba856c3-0395-447d-8c5b-615148da754b" providerId="ADAL" clId="{DA3F7AB2-E862-4572-8940-3A3A1EE99E69}" dt="2026-04-28T18:08:49.221" v="12511" actId="26606"/>
          <ac:spMkLst>
            <pc:docMk/>
            <pc:sldMk cId="348094500" sldId="301"/>
            <ac:spMk id="3" creationId="{E66639E3-3764-0BEC-7C38-DFFF702E49D1}"/>
          </ac:spMkLst>
        </pc:spChg>
        <pc:spChg chg="add">
          <ac:chgData name="Wimmer, Ethan" userId="fba856c3-0395-447d-8c5b-615148da754b" providerId="ADAL" clId="{DA3F7AB2-E862-4572-8940-3A3A1EE99E69}" dt="2026-04-28T18:08:49.221" v="12511" actId="26606"/>
          <ac:spMkLst>
            <pc:docMk/>
            <pc:sldMk cId="348094500" sldId="301"/>
            <ac:spMk id="8" creationId="{DBF61EA3-B236-439E-9C0B-340980D56BEE}"/>
          </ac:spMkLst>
        </pc:spChg>
        <pc:spChg chg="add">
          <ac:chgData name="Wimmer, Ethan" userId="fba856c3-0395-447d-8c5b-615148da754b" providerId="ADAL" clId="{DA3F7AB2-E862-4572-8940-3A3A1EE99E69}" dt="2026-04-28T18:08:49.221" v="12511" actId="26606"/>
          <ac:spMkLst>
            <pc:docMk/>
            <pc:sldMk cId="348094500" sldId="301"/>
            <ac:spMk id="14" creationId="{E659831F-0D9A-4C63-9EBB-8435B85A440F}"/>
          </ac:spMkLst>
        </pc:spChg>
        <pc:grpChg chg="add">
          <ac:chgData name="Wimmer, Ethan" userId="fba856c3-0395-447d-8c5b-615148da754b" providerId="ADAL" clId="{DA3F7AB2-E862-4572-8940-3A3A1EE99E69}" dt="2026-04-28T18:08:49.221" v="12511" actId="26606"/>
          <ac:grpSpMkLst>
            <pc:docMk/>
            <pc:sldMk cId="348094500" sldId="301"/>
            <ac:grpSpMk id="10" creationId="{28FAF094-D087-493F-8DF9-A486C2D6BBAA}"/>
          </ac:grpSpMkLst>
        </pc:grpChg>
      </pc:sldChg>
      <pc:sldChg chg="addSp modSp add mod setBg">
        <pc:chgData name="Wimmer, Ethan" userId="fba856c3-0395-447d-8c5b-615148da754b" providerId="ADAL" clId="{DA3F7AB2-E862-4572-8940-3A3A1EE99E69}" dt="2026-04-28T18:08:53.943" v="12512" actId="26606"/>
        <pc:sldMkLst>
          <pc:docMk/>
          <pc:sldMk cId="1398207500" sldId="302"/>
        </pc:sldMkLst>
        <pc:spChg chg="mod">
          <ac:chgData name="Wimmer, Ethan" userId="fba856c3-0395-447d-8c5b-615148da754b" providerId="ADAL" clId="{DA3F7AB2-E862-4572-8940-3A3A1EE99E69}" dt="2026-04-28T18:08:53.943" v="12512" actId="26606"/>
          <ac:spMkLst>
            <pc:docMk/>
            <pc:sldMk cId="1398207500" sldId="302"/>
            <ac:spMk id="2" creationId="{FCF92EDC-05D7-F4FE-D61D-A8A24162510E}"/>
          </ac:spMkLst>
        </pc:spChg>
        <pc:spChg chg="mod">
          <ac:chgData name="Wimmer, Ethan" userId="fba856c3-0395-447d-8c5b-615148da754b" providerId="ADAL" clId="{DA3F7AB2-E862-4572-8940-3A3A1EE99E69}" dt="2026-04-28T18:08:53.943" v="12512" actId="26606"/>
          <ac:spMkLst>
            <pc:docMk/>
            <pc:sldMk cId="1398207500" sldId="302"/>
            <ac:spMk id="3" creationId="{FE541C1A-3B7D-9997-5B76-97CAE6D6667A}"/>
          </ac:spMkLst>
        </pc:spChg>
        <pc:spChg chg="add">
          <ac:chgData name="Wimmer, Ethan" userId="fba856c3-0395-447d-8c5b-615148da754b" providerId="ADAL" clId="{DA3F7AB2-E862-4572-8940-3A3A1EE99E69}" dt="2026-04-28T18:08:53.943" v="12512" actId="26606"/>
          <ac:spMkLst>
            <pc:docMk/>
            <pc:sldMk cId="1398207500" sldId="302"/>
            <ac:spMk id="8" creationId="{4DA718D0-4865-4629-8134-44F68D41D574}"/>
          </ac:spMkLst>
        </pc:spChg>
        <pc:spChg chg="add">
          <ac:chgData name="Wimmer, Ethan" userId="fba856c3-0395-447d-8c5b-615148da754b" providerId="ADAL" clId="{DA3F7AB2-E862-4572-8940-3A3A1EE99E69}" dt="2026-04-28T18:08:53.943" v="12512" actId="26606"/>
          <ac:spMkLst>
            <pc:docMk/>
            <pc:sldMk cId="1398207500" sldId="302"/>
            <ac:spMk id="14" creationId="{CBC4F608-B4B8-48C3-9572-C0F061B1CD99}"/>
          </ac:spMkLst>
        </pc:spChg>
        <pc:grpChg chg="add">
          <ac:chgData name="Wimmer, Ethan" userId="fba856c3-0395-447d-8c5b-615148da754b" providerId="ADAL" clId="{DA3F7AB2-E862-4572-8940-3A3A1EE99E69}" dt="2026-04-28T18:08:53.943" v="12512" actId="26606"/>
          <ac:grpSpMkLst>
            <pc:docMk/>
            <pc:sldMk cId="1398207500" sldId="302"/>
            <ac:grpSpMk id="10" creationId="{65167ED7-6315-43AB-B1B6-C326D5FD8F84}"/>
          </ac:grpSpMkLst>
        </pc:grpChg>
      </pc:sldChg>
      <pc:sldChg chg="addSp modSp add mod setBg">
        <pc:chgData name="Wimmer, Ethan" userId="fba856c3-0395-447d-8c5b-615148da754b" providerId="ADAL" clId="{DA3F7AB2-E862-4572-8940-3A3A1EE99E69}" dt="2026-04-28T18:09:14.035" v="12513" actId="26606"/>
        <pc:sldMkLst>
          <pc:docMk/>
          <pc:sldMk cId="275269640" sldId="303"/>
        </pc:sldMkLst>
        <pc:spChg chg="mod">
          <ac:chgData name="Wimmer, Ethan" userId="fba856c3-0395-447d-8c5b-615148da754b" providerId="ADAL" clId="{DA3F7AB2-E862-4572-8940-3A3A1EE99E69}" dt="2026-04-28T18:09:14.035" v="12513" actId="26606"/>
          <ac:spMkLst>
            <pc:docMk/>
            <pc:sldMk cId="275269640" sldId="303"/>
            <ac:spMk id="2" creationId="{E5FE5232-BECC-E9F8-B18C-BA770A045600}"/>
          </ac:spMkLst>
        </pc:spChg>
        <pc:spChg chg="mod">
          <ac:chgData name="Wimmer, Ethan" userId="fba856c3-0395-447d-8c5b-615148da754b" providerId="ADAL" clId="{DA3F7AB2-E862-4572-8940-3A3A1EE99E69}" dt="2026-04-28T18:09:14.035" v="12513" actId="26606"/>
          <ac:spMkLst>
            <pc:docMk/>
            <pc:sldMk cId="275269640" sldId="303"/>
            <ac:spMk id="3" creationId="{B9C05EDF-2A74-E77C-47C7-6B3205509298}"/>
          </ac:spMkLst>
        </pc:spChg>
        <pc:spChg chg="add">
          <ac:chgData name="Wimmer, Ethan" userId="fba856c3-0395-447d-8c5b-615148da754b" providerId="ADAL" clId="{DA3F7AB2-E862-4572-8940-3A3A1EE99E69}" dt="2026-04-28T18:09:14.035" v="12513" actId="26606"/>
          <ac:spMkLst>
            <pc:docMk/>
            <pc:sldMk cId="275269640" sldId="303"/>
            <ac:spMk id="9" creationId="{9F7D5CDA-D291-4307-BF55-1381FED29634}"/>
          </ac:spMkLst>
        </pc:spChg>
        <pc:picChg chg="add">
          <ac:chgData name="Wimmer, Ethan" userId="fba856c3-0395-447d-8c5b-615148da754b" providerId="ADAL" clId="{DA3F7AB2-E862-4572-8940-3A3A1EE99E69}" dt="2026-04-28T18:09:14.035" v="12513" actId="26606"/>
          <ac:picMkLst>
            <pc:docMk/>
            <pc:sldMk cId="275269640" sldId="303"/>
            <ac:picMk id="5" creationId="{84DCD3E7-3D89-AD6A-DF15-CE5EDAECAB20}"/>
          </ac:picMkLst>
        </pc:picChg>
      </pc:sldChg>
      <pc:sldChg chg="addSp delSp modSp add mod">
        <pc:chgData name="Wimmer, Ethan" userId="fba856c3-0395-447d-8c5b-615148da754b" providerId="ADAL" clId="{DA3F7AB2-E862-4572-8940-3A3A1EE99E69}" dt="2026-04-28T06:11:48.458" v="8910" actId="14100"/>
        <pc:sldMkLst>
          <pc:docMk/>
          <pc:sldMk cId="2502832956" sldId="304"/>
        </pc:sldMkLst>
        <pc:spChg chg="del mod">
          <ac:chgData name="Wimmer, Ethan" userId="fba856c3-0395-447d-8c5b-615148da754b" providerId="ADAL" clId="{DA3F7AB2-E862-4572-8940-3A3A1EE99E69}" dt="2026-04-28T06:08:52.956" v="8901"/>
          <ac:spMkLst>
            <pc:docMk/>
            <pc:sldMk cId="2502832956" sldId="304"/>
            <ac:spMk id="3" creationId="{FF8D4B27-C2C2-A661-85D0-4C9B5C790881}"/>
          </ac:spMkLst>
        </pc:spChg>
        <pc:spChg chg="add del mod">
          <ac:chgData name="Wimmer, Ethan" userId="fba856c3-0395-447d-8c5b-615148da754b" providerId="ADAL" clId="{DA3F7AB2-E862-4572-8940-3A3A1EE99E69}" dt="2026-04-28T06:08:56.745" v="8902" actId="22"/>
          <ac:spMkLst>
            <pc:docMk/>
            <pc:sldMk cId="2502832956" sldId="304"/>
            <ac:spMk id="4" creationId="{1F99042C-8AD3-5E77-B92B-5E074F4FDDA5}"/>
          </ac:spMkLst>
        </pc:spChg>
        <pc:picChg chg="add mod ord">
          <ac:chgData name="Wimmer, Ethan" userId="fba856c3-0395-447d-8c5b-615148da754b" providerId="ADAL" clId="{DA3F7AB2-E862-4572-8940-3A3A1EE99E69}" dt="2026-04-28T06:11:48.458" v="8910" actId="14100"/>
          <ac:picMkLst>
            <pc:docMk/>
            <pc:sldMk cId="2502832956" sldId="304"/>
            <ac:picMk id="6" creationId="{62467892-2DC1-02A7-3B91-8C8AD9EEDA42}"/>
          </ac:picMkLst>
        </pc:picChg>
      </pc:sldChg>
      <pc:sldChg chg="addSp modSp add mod setBg">
        <pc:chgData name="Wimmer, Ethan" userId="fba856c3-0395-447d-8c5b-615148da754b" providerId="ADAL" clId="{DA3F7AB2-E862-4572-8940-3A3A1EE99E69}" dt="2026-04-28T18:09:29.654" v="12514" actId="26606"/>
        <pc:sldMkLst>
          <pc:docMk/>
          <pc:sldMk cId="638365739" sldId="305"/>
        </pc:sldMkLst>
        <pc:spChg chg="mod">
          <ac:chgData name="Wimmer, Ethan" userId="fba856c3-0395-447d-8c5b-615148da754b" providerId="ADAL" clId="{DA3F7AB2-E862-4572-8940-3A3A1EE99E69}" dt="2026-04-28T18:09:29.654" v="12514" actId="26606"/>
          <ac:spMkLst>
            <pc:docMk/>
            <pc:sldMk cId="638365739" sldId="305"/>
            <ac:spMk id="2" creationId="{DF17E5F5-6AE1-08FA-D7A5-031B35B2B6F0}"/>
          </ac:spMkLst>
        </pc:spChg>
        <pc:spChg chg="mod">
          <ac:chgData name="Wimmer, Ethan" userId="fba856c3-0395-447d-8c5b-615148da754b" providerId="ADAL" clId="{DA3F7AB2-E862-4572-8940-3A3A1EE99E69}" dt="2026-04-28T18:09:29.654" v="12514" actId="26606"/>
          <ac:spMkLst>
            <pc:docMk/>
            <pc:sldMk cId="638365739" sldId="305"/>
            <ac:spMk id="3" creationId="{150B2F17-4633-2F6B-F7EE-A810EF1091A5}"/>
          </ac:spMkLst>
        </pc:spChg>
        <pc:spChg chg="add">
          <ac:chgData name="Wimmer, Ethan" userId="fba856c3-0395-447d-8c5b-615148da754b" providerId="ADAL" clId="{DA3F7AB2-E862-4572-8940-3A3A1EE99E69}" dt="2026-04-28T18:09:29.654" v="12514" actId="26606"/>
          <ac:spMkLst>
            <pc:docMk/>
            <pc:sldMk cId="638365739" sldId="305"/>
            <ac:spMk id="8" creationId="{B6CDA21F-E7AF-4C75-8395-33F58D5B0E45}"/>
          </ac:spMkLst>
        </pc:spChg>
        <pc:spChg chg="add">
          <ac:chgData name="Wimmer, Ethan" userId="fba856c3-0395-447d-8c5b-615148da754b" providerId="ADAL" clId="{DA3F7AB2-E862-4572-8940-3A3A1EE99E69}" dt="2026-04-28T18:09:29.654" v="12514" actId="26606"/>
          <ac:spMkLst>
            <pc:docMk/>
            <pc:sldMk cId="638365739" sldId="305"/>
            <ac:spMk id="15" creationId="{D5B0017B-2ECA-49AF-B397-DC140825DF8D}"/>
          </ac:spMkLst>
        </pc:spChg>
        <pc:grpChg chg="add">
          <ac:chgData name="Wimmer, Ethan" userId="fba856c3-0395-447d-8c5b-615148da754b" providerId="ADAL" clId="{DA3F7AB2-E862-4572-8940-3A3A1EE99E69}" dt="2026-04-28T18:09:29.654" v="12514" actId="26606"/>
          <ac:grpSpMkLst>
            <pc:docMk/>
            <pc:sldMk cId="638365739" sldId="305"/>
            <ac:grpSpMk id="10" creationId="{AE1C45F0-260A-458C-96ED-C1F6D2151219}"/>
          </ac:grpSpMkLst>
        </pc:grpChg>
        <pc:cxnChg chg="add">
          <ac:chgData name="Wimmer, Ethan" userId="fba856c3-0395-447d-8c5b-615148da754b" providerId="ADAL" clId="{DA3F7AB2-E862-4572-8940-3A3A1EE99E69}" dt="2026-04-28T18:09:29.654" v="12514" actId="26606"/>
          <ac:cxnSpMkLst>
            <pc:docMk/>
            <pc:sldMk cId="638365739" sldId="305"/>
            <ac:cxnSpMk id="17" creationId="{6CF1BAF6-AD41-4082-B212-8A1F9A2E8779}"/>
          </ac:cxnSpMkLst>
        </pc:cxnChg>
      </pc:sldChg>
      <pc:sldChg chg="addSp modSp new mod setBg">
        <pc:chgData name="Wimmer, Ethan" userId="fba856c3-0395-447d-8c5b-615148da754b" providerId="ADAL" clId="{DA3F7AB2-E862-4572-8940-3A3A1EE99E69}" dt="2026-04-28T18:09:36.051" v="12515" actId="26606"/>
        <pc:sldMkLst>
          <pc:docMk/>
          <pc:sldMk cId="3387601212" sldId="306"/>
        </pc:sldMkLst>
        <pc:spChg chg="mod">
          <ac:chgData name="Wimmer, Ethan" userId="fba856c3-0395-447d-8c5b-615148da754b" providerId="ADAL" clId="{DA3F7AB2-E862-4572-8940-3A3A1EE99E69}" dt="2026-04-28T18:09:36.051" v="12515" actId="26606"/>
          <ac:spMkLst>
            <pc:docMk/>
            <pc:sldMk cId="3387601212" sldId="306"/>
            <ac:spMk id="2" creationId="{D2444110-1EE2-8A8D-4E98-2E0CBCF0E3B3}"/>
          </ac:spMkLst>
        </pc:spChg>
        <pc:spChg chg="mod">
          <ac:chgData name="Wimmer, Ethan" userId="fba856c3-0395-447d-8c5b-615148da754b" providerId="ADAL" clId="{DA3F7AB2-E862-4572-8940-3A3A1EE99E69}" dt="2026-04-28T18:09:36.051" v="12515" actId="26606"/>
          <ac:spMkLst>
            <pc:docMk/>
            <pc:sldMk cId="3387601212" sldId="306"/>
            <ac:spMk id="3" creationId="{129C3777-8FA4-C408-1D07-13580C2786B2}"/>
          </ac:spMkLst>
        </pc:spChg>
        <pc:spChg chg="add">
          <ac:chgData name="Wimmer, Ethan" userId="fba856c3-0395-447d-8c5b-615148da754b" providerId="ADAL" clId="{DA3F7AB2-E862-4572-8940-3A3A1EE99E69}" dt="2026-04-28T18:09:36.051" v="12515" actId="26606"/>
          <ac:spMkLst>
            <pc:docMk/>
            <pc:sldMk cId="3387601212" sldId="306"/>
            <ac:spMk id="8" creationId="{DBF61EA3-B236-439E-9C0B-340980D56BEE}"/>
          </ac:spMkLst>
        </pc:spChg>
        <pc:spChg chg="add">
          <ac:chgData name="Wimmer, Ethan" userId="fba856c3-0395-447d-8c5b-615148da754b" providerId="ADAL" clId="{DA3F7AB2-E862-4572-8940-3A3A1EE99E69}" dt="2026-04-28T18:09:36.051" v="12515" actId="26606"/>
          <ac:spMkLst>
            <pc:docMk/>
            <pc:sldMk cId="3387601212" sldId="306"/>
            <ac:spMk id="14" creationId="{E659831F-0D9A-4C63-9EBB-8435B85A440F}"/>
          </ac:spMkLst>
        </pc:spChg>
        <pc:grpChg chg="add">
          <ac:chgData name="Wimmer, Ethan" userId="fba856c3-0395-447d-8c5b-615148da754b" providerId="ADAL" clId="{DA3F7AB2-E862-4572-8940-3A3A1EE99E69}" dt="2026-04-28T18:09:36.051" v="12515" actId="26606"/>
          <ac:grpSpMkLst>
            <pc:docMk/>
            <pc:sldMk cId="3387601212" sldId="306"/>
            <ac:grpSpMk id="10" creationId="{28FAF094-D087-493F-8DF9-A486C2D6BBAA}"/>
          </ac:grpSpMkLst>
        </pc:grpChg>
      </pc:sldChg>
      <pc:sldChg chg="addSp delSp modSp add mod">
        <pc:chgData name="Wimmer, Ethan" userId="fba856c3-0395-447d-8c5b-615148da754b" providerId="ADAL" clId="{DA3F7AB2-E862-4572-8940-3A3A1EE99E69}" dt="2026-04-28T06:27:33.036" v="9636" actId="1076"/>
        <pc:sldMkLst>
          <pc:docMk/>
          <pc:sldMk cId="2162449467" sldId="307"/>
        </pc:sldMkLst>
        <pc:spChg chg="del mod">
          <ac:chgData name="Wimmer, Ethan" userId="fba856c3-0395-447d-8c5b-615148da754b" providerId="ADAL" clId="{DA3F7AB2-E862-4572-8940-3A3A1EE99E69}" dt="2026-04-28T06:26:53.191" v="9630" actId="478"/>
          <ac:spMkLst>
            <pc:docMk/>
            <pc:sldMk cId="2162449467" sldId="307"/>
            <ac:spMk id="3" creationId="{DA8B2D3E-559F-9588-AD1C-659EC9F69294}"/>
          </ac:spMkLst>
        </pc:spChg>
        <pc:picChg chg="add mod">
          <ac:chgData name="Wimmer, Ethan" userId="fba856c3-0395-447d-8c5b-615148da754b" providerId="ADAL" clId="{DA3F7AB2-E862-4572-8940-3A3A1EE99E69}" dt="2026-04-28T06:27:33.036" v="9636" actId="1076"/>
          <ac:picMkLst>
            <pc:docMk/>
            <pc:sldMk cId="2162449467" sldId="307"/>
            <ac:picMk id="5" creationId="{649D005D-A802-3DCA-22CC-968C728235DB}"/>
          </ac:picMkLst>
        </pc:picChg>
      </pc:sldChg>
      <pc:sldChg chg="addSp modSp add mod setBg">
        <pc:chgData name="Wimmer, Ethan" userId="fba856c3-0395-447d-8c5b-615148da754b" providerId="ADAL" clId="{DA3F7AB2-E862-4572-8940-3A3A1EE99E69}" dt="2026-04-28T18:09:53.007" v="12516" actId="26606"/>
        <pc:sldMkLst>
          <pc:docMk/>
          <pc:sldMk cId="2251092979" sldId="308"/>
        </pc:sldMkLst>
        <pc:spChg chg="mod">
          <ac:chgData name="Wimmer, Ethan" userId="fba856c3-0395-447d-8c5b-615148da754b" providerId="ADAL" clId="{DA3F7AB2-E862-4572-8940-3A3A1EE99E69}" dt="2026-04-28T18:09:53.007" v="12516" actId="26606"/>
          <ac:spMkLst>
            <pc:docMk/>
            <pc:sldMk cId="2251092979" sldId="308"/>
            <ac:spMk id="2" creationId="{998913DF-1157-0840-67BD-3052961AFB31}"/>
          </ac:spMkLst>
        </pc:spChg>
        <pc:spChg chg="mod">
          <ac:chgData name="Wimmer, Ethan" userId="fba856c3-0395-447d-8c5b-615148da754b" providerId="ADAL" clId="{DA3F7AB2-E862-4572-8940-3A3A1EE99E69}" dt="2026-04-28T18:09:53.007" v="12516" actId="26606"/>
          <ac:spMkLst>
            <pc:docMk/>
            <pc:sldMk cId="2251092979" sldId="308"/>
            <ac:spMk id="3" creationId="{F5ABF5E6-6163-A23A-165D-66420E988B55}"/>
          </ac:spMkLst>
        </pc:spChg>
        <pc:spChg chg="add">
          <ac:chgData name="Wimmer, Ethan" userId="fba856c3-0395-447d-8c5b-615148da754b" providerId="ADAL" clId="{DA3F7AB2-E862-4572-8940-3A3A1EE99E69}" dt="2026-04-28T18:09:53.007" v="12516" actId="26606"/>
          <ac:spMkLst>
            <pc:docMk/>
            <pc:sldMk cId="2251092979" sldId="308"/>
            <ac:spMk id="8" creationId="{4DA718D0-4865-4629-8134-44F68D41D574}"/>
          </ac:spMkLst>
        </pc:spChg>
        <pc:spChg chg="add">
          <ac:chgData name="Wimmer, Ethan" userId="fba856c3-0395-447d-8c5b-615148da754b" providerId="ADAL" clId="{DA3F7AB2-E862-4572-8940-3A3A1EE99E69}" dt="2026-04-28T18:09:53.007" v="12516" actId="26606"/>
          <ac:spMkLst>
            <pc:docMk/>
            <pc:sldMk cId="2251092979" sldId="308"/>
            <ac:spMk id="14" creationId="{CBC4F608-B4B8-48C3-9572-C0F061B1CD99}"/>
          </ac:spMkLst>
        </pc:spChg>
        <pc:grpChg chg="add">
          <ac:chgData name="Wimmer, Ethan" userId="fba856c3-0395-447d-8c5b-615148da754b" providerId="ADAL" clId="{DA3F7AB2-E862-4572-8940-3A3A1EE99E69}" dt="2026-04-28T18:09:53.007" v="12516" actId="26606"/>
          <ac:grpSpMkLst>
            <pc:docMk/>
            <pc:sldMk cId="2251092979" sldId="308"/>
            <ac:grpSpMk id="10" creationId="{65167ED7-6315-43AB-B1B6-C326D5FD8F84}"/>
          </ac:grpSpMkLst>
        </pc:grpChg>
      </pc:sldChg>
      <pc:sldChg chg="addSp modSp add mod setBg">
        <pc:chgData name="Wimmer, Ethan" userId="fba856c3-0395-447d-8c5b-615148da754b" providerId="ADAL" clId="{DA3F7AB2-E862-4572-8940-3A3A1EE99E69}" dt="2026-04-28T18:09:59.122" v="12517" actId="26606"/>
        <pc:sldMkLst>
          <pc:docMk/>
          <pc:sldMk cId="2837803996" sldId="309"/>
        </pc:sldMkLst>
        <pc:spChg chg="mod">
          <ac:chgData name="Wimmer, Ethan" userId="fba856c3-0395-447d-8c5b-615148da754b" providerId="ADAL" clId="{DA3F7AB2-E862-4572-8940-3A3A1EE99E69}" dt="2026-04-28T18:09:59.122" v="12517" actId="26606"/>
          <ac:spMkLst>
            <pc:docMk/>
            <pc:sldMk cId="2837803996" sldId="309"/>
            <ac:spMk id="2" creationId="{61488A65-39D1-592E-8D9C-A71C0B8CC813}"/>
          </ac:spMkLst>
        </pc:spChg>
        <pc:spChg chg="mod">
          <ac:chgData name="Wimmer, Ethan" userId="fba856c3-0395-447d-8c5b-615148da754b" providerId="ADAL" clId="{DA3F7AB2-E862-4572-8940-3A3A1EE99E69}" dt="2026-04-28T18:09:59.122" v="12517" actId="26606"/>
          <ac:spMkLst>
            <pc:docMk/>
            <pc:sldMk cId="2837803996" sldId="309"/>
            <ac:spMk id="3" creationId="{61CFCDC0-616E-641C-4E0F-4371B25E931D}"/>
          </ac:spMkLst>
        </pc:spChg>
        <pc:spChg chg="add">
          <ac:chgData name="Wimmer, Ethan" userId="fba856c3-0395-447d-8c5b-615148da754b" providerId="ADAL" clId="{DA3F7AB2-E862-4572-8940-3A3A1EE99E69}" dt="2026-04-28T18:09:59.122" v="12517" actId="26606"/>
          <ac:spMkLst>
            <pc:docMk/>
            <pc:sldMk cId="2837803996" sldId="309"/>
            <ac:spMk id="8" creationId="{B6CDA21F-E7AF-4C75-8395-33F58D5B0E45}"/>
          </ac:spMkLst>
        </pc:spChg>
        <pc:spChg chg="add">
          <ac:chgData name="Wimmer, Ethan" userId="fba856c3-0395-447d-8c5b-615148da754b" providerId="ADAL" clId="{DA3F7AB2-E862-4572-8940-3A3A1EE99E69}" dt="2026-04-28T18:09:59.122" v="12517" actId="26606"/>
          <ac:spMkLst>
            <pc:docMk/>
            <pc:sldMk cId="2837803996" sldId="309"/>
            <ac:spMk id="15" creationId="{D5B0017B-2ECA-49AF-B397-DC140825DF8D}"/>
          </ac:spMkLst>
        </pc:spChg>
        <pc:grpChg chg="add">
          <ac:chgData name="Wimmer, Ethan" userId="fba856c3-0395-447d-8c5b-615148da754b" providerId="ADAL" clId="{DA3F7AB2-E862-4572-8940-3A3A1EE99E69}" dt="2026-04-28T18:09:59.122" v="12517" actId="26606"/>
          <ac:grpSpMkLst>
            <pc:docMk/>
            <pc:sldMk cId="2837803996" sldId="309"/>
            <ac:grpSpMk id="10" creationId="{AE1C45F0-260A-458C-96ED-C1F6D2151219}"/>
          </ac:grpSpMkLst>
        </pc:grpChg>
        <pc:cxnChg chg="add">
          <ac:chgData name="Wimmer, Ethan" userId="fba856c3-0395-447d-8c5b-615148da754b" providerId="ADAL" clId="{DA3F7AB2-E862-4572-8940-3A3A1EE99E69}" dt="2026-04-28T18:09:59.122" v="12517" actId="26606"/>
          <ac:cxnSpMkLst>
            <pc:docMk/>
            <pc:sldMk cId="2837803996" sldId="309"/>
            <ac:cxnSpMk id="17" creationId="{6CF1BAF6-AD41-4082-B212-8A1F9A2E8779}"/>
          </ac:cxnSpMkLst>
        </pc:cxnChg>
      </pc:sldChg>
      <pc:sldChg chg="addSp modSp new mod setBg">
        <pc:chgData name="Wimmer, Ethan" userId="fba856c3-0395-447d-8c5b-615148da754b" providerId="ADAL" clId="{DA3F7AB2-E862-4572-8940-3A3A1EE99E69}" dt="2026-04-28T18:10:25.487" v="12520" actId="26606"/>
        <pc:sldMkLst>
          <pc:docMk/>
          <pc:sldMk cId="2487717632" sldId="310"/>
        </pc:sldMkLst>
        <pc:spChg chg="mod">
          <ac:chgData name="Wimmer, Ethan" userId="fba856c3-0395-447d-8c5b-615148da754b" providerId="ADAL" clId="{DA3F7AB2-E862-4572-8940-3A3A1EE99E69}" dt="2026-04-28T18:10:25.487" v="12520" actId="26606"/>
          <ac:spMkLst>
            <pc:docMk/>
            <pc:sldMk cId="2487717632" sldId="310"/>
            <ac:spMk id="2" creationId="{4C81F4EB-63E8-00BD-3686-AB0F1C5CB903}"/>
          </ac:spMkLst>
        </pc:spChg>
        <pc:spChg chg="mod">
          <ac:chgData name="Wimmer, Ethan" userId="fba856c3-0395-447d-8c5b-615148da754b" providerId="ADAL" clId="{DA3F7AB2-E862-4572-8940-3A3A1EE99E69}" dt="2026-04-28T18:10:25.487" v="12520" actId="26606"/>
          <ac:spMkLst>
            <pc:docMk/>
            <pc:sldMk cId="2487717632" sldId="310"/>
            <ac:spMk id="3" creationId="{748B43B6-D05D-8559-5A93-BDBDAD7DC5CF}"/>
          </ac:spMkLst>
        </pc:spChg>
        <pc:spChg chg="add">
          <ac:chgData name="Wimmer, Ethan" userId="fba856c3-0395-447d-8c5b-615148da754b" providerId="ADAL" clId="{DA3F7AB2-E862-4572-8940-3A3A1EE99E69}" dt="2026-04-28T18:10:25.487" v="12520" actId="26606"/>
          <ac:spMkLst>
            <pc:docMk/>
            <pc:sldMk cId="2487717632" sldId="310"/>
            <ac:spMk id="8" creationId="{4DA718D0-4865-4629-8134-44F68D41D574}"/>
          </ac:spMkLst>
        </pc:spChg>
        <pc:spChg chg="add">
          <ac:chgData name="Wimmer, Ethan" userId="fba856c3-0395-447d-8c5b-615148da754b" providerId="ADAL" clId="{DA3F7AB2-E862-4572-8940-3A3A1EE99E69}" dt="2026-04-28T18:10:25.487" v="12520" actId="26606"/>
          <ac:spMkLst>
            <pc:docMk/>
            <pc:sldMk cId="2487717632" sldId="310"/>
            <ac:spMk id="14" creationId="{CBC4F608-B4B8-48C3-9572-C0F061B1CD99}"/>
          </ac:spMkLst>
        </pc:spChg>
        <pc:grpChg chg="add">
          <ac:chgData name="Wimmer, Ethan" userId="fba856c3-0395-447d-8c5b-615148da754b" providerId="ADAL" clId="{DA3F7AB2-E862-4572-8940-3A3A1EE99E69}" dt="2026-04-28T18:10:25.487" v="12520" actId="26606"/>
          <ac:grpSpMkLst>
            <pc:docMk/>
            <pc:sldMk cId="2487717632" sldId="310"/>
            <ac:grpSpMk id="10" creationId="{65167ED7-6315-43AB-B1B6-C326D5FD8F84}"/>
          </ac:grpSpMkLst>
        </pc:grpChg>
      </pc:sldChg>
      <pc:sldChg chg="addSp modSp add mod ord setBg">
        <pc:chgData name="Wimmer, Ethan" userId="fba856c3-0395-447d-8c5b-615148da754b" providerId="ADAL" clId="{DA3F7AB2-E862-4572-8940-3A3A1EE99E69}" dt="2026-04-28T18:10:16.005" v="12519" actId="26606"/>
        <pc:sldMkLst>
          <pc:docMk/>
          <pc:sldMk cId="541448828" sldId="311"/>
        </pc:sldMkLst>
        <pc:spChg chg="mod">
          <ac:chgData name="Wimmer, Ethan" userId="fba856c3-0395-447d-8c5b-615148da754b" providerId="ADAL" clId="{DA3F7AB2-E862-4572-8940-3A3A1EE99E69}" dt="2026-04-28T18:10:16.005" v="12519" actId="26606"/>
          <ac:spMkLst>
            <pc:docMk/>
            <pc:sldMk cId="541448828" sldId="311"/>
            <ac:spMk id="2" creationId="{B3925AFC-FD29-B765-49AF-4407075C5264}"/>
          </ac:spMkLst>
        </pc:spChg>
        <pc:spChg chg="mod">
          <ac:chgData name="Wimmer, Ethan" userId="fba856c3-0395-447d-8c5b-615148da754b" providerId="ADAL" clId="{DA3F7AB2-E862-4572-8940-3A3A1EE99E69}" dt="2026-04-28T18:10:16.005" v="12519" actId="26606"/>
          <ac:spMkLst>
            <pc:docMk/>
            <pc:sldMk cId="541448828" sldId="311"/>
            <ac:spMk id="3" creationId="{CA833D62-9F70-1CDA-A35C-406CEA03AD4A}"/>
          </ac:spMkLst>
        </pc:spChg>
        <pc:spChg chg="add">
          <ac:chgData name="Wimmer, Ethan" userId="fba856c3-0395-447d-8c5b-615148da754b" providerId="ADAL" clId="{DA3F7AB2-E862-4572-8940-3A3A1EE99E69}" dt="2026-04-28T18:10:16.005" v="12519" actId="26606"/>
          <ac:spMkLst>
            <pc:docMk/>
            <pc:sldMk cId="541448828" sldId="311"/>
            <ac:spMk id="8" creationId="{DBF61EA3-B236-439E-9C0B-340980D56BEE}"/>
          </ac:spMkLst>
        </pc:spChg>
        <pc:spChg chg="add">
          <ac:chgData name="Wimmer, Ethan" userId="fba856c3-0395-447d-8c5b-615148da754b" providerId="ADAL" clId="{DA3F7AB2-E862-4572-8940-3A3A1EE99E69}" dt="2026-04-28T18:10:16.005" v="12519" actId="26606"/>
          <ac:spMkLst>
            <pc:docMk/>
            <pc:sldMk cId="541448828" sldId="311"/>
            <ac:spMk id="14" creationId="{E659831F-0D9A-4C63-9EBB-8435B85A440F}"/>
          </ac:spMkLst>
        </pc:spChg>
        <pc:grpChg chg="add">
          <ac:chgData name="Wimmer, Ethan" userId="fba856c3-0395-447d-8c5b-615148da754b" providerId="ADAL" clId="{DA3F7AB2-E862-4572-8940-3A3A1EE99E69}" dt="2026-04-28T18:10:16.005" v="12519" actId="26606"/>
          <ac:grpSpMkLst>
            <pc:docMk/>
            <pc:sldMk cId="541448828" sldId="311"/>
            <ac:grpSpMk id="10" creationId="{28FAF094-D087-493F-8DF9-A486C2D6BBAA}"/>
          </ac:grpSpMkLst>
        </pc:grpChg>
      </pc:sldChg>
      <pc:sldChg chg="addSp modSp add mod setBg">
        <pc:chgData name="Wimmer, Ethan" userId="fba856c3-0395-447d-8c5b-615148da754b" providerId="ADAL" clId="{DA3F7AB2-E862-4572-8940-3A3A1EE99E69}" dt="2026-04-28T18:10:46.527" v="12521" actId="26606"/>
        <pc:sldMkLst>
          <pc:docMk/>
          <pc:sldMk cId="502470282" sldId="312"/>
        </pc:sldMkLst>
        <pc:spChg chg="mod">
          <ac:chgData name="Wimmer, Ethan" userId="fba856c3-0395-447d-8c5b-615148da754b" providerId="ADAL" clId="{DA3F7AB2-E862-4572-8940-3A3A1EE99E69}" dt="2026-04-28T18:10:46.527" v="12521" actId="26606"/>
          <ac:spMkLst>
            <pc:docMk/>
            <pc:sldMk cId="502470282" sldId="312"/>
            <ac:spMk id="2" creationId="{1C621E2E-9473-61F4-AB57-508C4354F102}"/>
          </ac:spMkLst>
        </pc:spChg>
        <pc:spChg chg="mod">
          <ac:chgData name="Wimmer, Ethan" userId="fba856c3-0395-447d-8c5b-615148da754b" providerId="ADAL" clId="{DA3F7AB2-E862-4572-8940-3A3A1EE99E69}" dt="2026-04-28T18:10:46.527" v="12521" actId="26606"/>
          <ac:spMkLst>
            <pc:docMk/>
            <pc:sldMk cId="502470282" sldId="312"/>
            <ac:spMk id="3" creationId="{2A931629-DA03-715E-9DED-0ABCA3A147F5}"/>
          </ac:spMkLst>
        </pc:spChg>
        <pc:spChg chg="add">
          <ac:chgData name="Wimmer, Ethan" userId="fba856c3-0395-447d-8c5b-615148da754b" providerId="ADAL" clId="{DA3F7AB2-E862-4572-8940-3A3A1EE99E69}" dt="2026-04-28T18:10:46.527" v="12521" actId="26606"/>
          <ac:spMkLst>
            <pc:docMk/>
            <pc:sldMk cId="502470282" sldId="312"/>
            <ac:spMk id="8" creationId="{B6CDA21F-E7AF-4C75-8395-33F58D5B0E45}"/>
          </ac:spMkLst>
        </pc:spChg>
        <pc:spChg chg="add">
          <ac:chgData name="Wimmer, Ethan" userId="fba856c3-0395-447d-8c5b-615148da754b" providerId="ADAL" clId="{DA3F7AB2-E862-4572-8940-3A3A1EE99E69}" dt="2026-04-28T18:10:46.527" v="12521" actId="26606"/>
          <ac:spMkLst>
            <pc:docMk/>
            <pc:sldMk cId="502470282" sldId="312"/>
            <ac:spMk id="15" creationId="{D5B0017B-2ECA-49AF-B397-DC140825DF8D}"/>
          </ac:spMkLst>
        </pc:spChg>
        <pc:grpChg chg="add">
          <ac:chgData name="Wimmer, Ethan" userId="fba856c3-0395-447d-8c5b-615148da754b" providerId="ADAL" clId="{DA3F7AB2-E862-4572-8940-3A3A1EE99E69}" dt="2026-04-28T18:10:46.527" v="12521" actId="26606"/>
          <ac:grpSpMkLst>
            <pc:docMk/>
            <pc:sldMk cId="502470282" sldId="312"/>
            <ac:grpSpMk id="10" creationId="{AE1C45F0-260A-458C-96ED-C1F6D2151219}"/>
          </ac:grpSpMkLst>
        </pc:grpChg>
        <pc:cxnChg chg="add">
          <ac:chgData name="Wimmer, Ethan" userId="fba856c3-0395-447d-8c5b-615148da754b" providerId="ADAL" clId="{DA3F7AB2-E862-4572-8940-3A3A1EE99E69}" dt="2026-04-28T18:10:46.527" v="12521" actId="26606"/>
          <ac:cxnSpMkLst>
            <pc:docMk/>
            <pc:sldMk cId="502470282" sldId="312"/>
            <ac:cxnSpMk id="17" creationId="{6CF1BAF6-AD41-4082-B212-8A1F9A2E8779}"/>
          </ac:cxnSpMkLst>
        </pc:cxnChg>
      </pc:sldChg>
      <pc:sldChg chg="addSp modSp new mod setBg">
        <pc:chgData name="Wimmer, Ethan" userId="fba856c3-0395-447d-8c5b-615148da754b" providerId="ADAL" clId="{DA3F7AB2-E862-4572-8940-3A3A1EE99E69}" dt="2026-04-28T18:11:30.338" v="12523" actId="26606"/>
        <pc:sldMkLst>
          <pc:docMk/>
          <pc:sldMk cId="2240206682" sldId="313"/>
        </pc:sldMkLst>
        <pc:spChg chg="mod">
          <ac:chgData name="Wimmer, Ethan" userId="fba856c3-0395-447d-8c5b-615148da754b" providerId="ADAL" clId="{DA3F7AB2-E862-4572-8940-3A3A1EE99E69}" dt="2026-04-28T18:11:30.338" v="12523" actId="26606"/>
          <ac:spMkLst>
            <pc:docMk/>
            <pc:sldMk cId="2240206682" sldId="313"/>
            <ac:spMk id="2" creationId="{2CC86DB1-A46A-1B50-A96D-7F9FC63A9BA7}"/>
          </ac:spMkLst>
        </pc:spChg>
        <pc:spChg chg="mod">
          <ac:chgData name="Wimmer, Ethan" userId="fba856c3-0395-447d-8c5b-615148da754b" providerId="ADAL" clId="{DA3F7AB2-E862-4572-8940-3A3A1EE99E69}" dt="2026-04-28T18:11:30.338" v="12523" actId="26606"/>
          <ac:spMkLst>
            <pc:docMk/>
            <pc:sldMk cId="2240206682" sldId="313"/>
            <ac:spMk id="3" creationId="{890E8069-F506-DB58-64BA-AC470AA1AEEF}"/>
          </ac:spMkLst>
        </pc:spChg>
        <pc:spChg chg="add">
          <ac:chgData name="Wimmer, Ethan" userId="fba856c3-0395-447d-8c5b-615148da754b" providerId="ADAL" clId="{DA3F7AB2-E862-4572-8940-3A3A1EE99E69}" dt="2026-04-28T18:11:30.338" v="12523" actId="26606"/>
          <ac:spMkLst>
            <pc:docMk/>
            <pc:sldMk cId="2240206682" sldId="313"/>
            <ac:spMk id="8" creationId="{DBF61EA3-B236-439E-9C0B-340980D56BEE}"/>
          </ac:spMkLst>
        </pc:spChg>
        <pc:spChg chg="add">
          <ac:chgData name="Wimmer, Ethan" userId="fba856c3-0395-447d-8c5b-615148da754b" providerId="ADAL" clId="{DA3F7AB2-E862-4572-8940-3A3A1EE99E69}" dt="2026-04-28T18:11:30.338" v="12523" actId="26606"/>
          <ac:spMkLst>
            <pc:docMk/>
            <pc:sldMk cId="2240206682" sldId="313"/>
            <ac:spMk id="14" creationId="{E659831F-0D9A-4C63-9EBB-8435B85A440F}"/>
          </ac:spMkLst>
        </pc:spChg>
        <pc:grpChg chg="add">
          <ac:chgData name="Wimmer, Ethan" userId="fba856c3-0395-447d-8c5b-615148da754b" providerId="ADAL" clId="{DA3F7AB2-E862-4572-8940-3A3A1EE99E69}" dt="2026-04-28T18:11:30.338" v="12523" actId="26606"/>
          <ac:grpSpMkLst>
            <pc:docMk/>
            <pc:sldMk cId="2240206682" sldId="313"/>
            <ac:grpSpMk id="10" creationId="{28FAF094-D087-493F-8DF9-A486C2D6BBAA}"/>
          </ac:grpSpMkLst>
        </pc:grpChg>
      </pc:sldChg>
      <pc:sldChg chg="addSp delSp modSp add mod ord setBg">
        <pc:chgData name="Wimmer, Ethan" userId="fba856c3-0395-447d-8c5b-615148da754b" providerId="ADAL" clId="{DA3F7AB2-E862-4572-8940-3A3A1EE99E69}" dt="2026-04-28T18:12:18.460" v="12527" actId="26606"/>
        <pc:sldMkLst>
          <pc:docMk/>
          <pc:sldMk cId="3220949352" sldId="314"/>
        </pc:sldMkLst>
        <pc:spChg chg="mod">
          <ac:chgData name="Wimmer, Ethan" userId="fba856c3-0395-447d-8c5b-615148da754b" providerId="ADAL" clId="{DA3F7AB2-E862-4572-8940-3A3A1EE99E69}" dt="2026-04-28T18:12:18.460" v="12527" actId="26606"/>
          <ac:spMkLst>
            <pc:docMk/>
            <pc:sldMk cId="3220949352" sldId="314"/>
            <ac:spMk id="2" creationId="{EF75F141-9AA4-817F-04E2-B97F80CE9193}"/>
          </ac:spMkLst>
        </pc:spChg>
        <pc:spChg chg="mod">
          <ac:chgData name="Wimmer, Ethan" userId="fba856c3-0395-447d-8c5b-615148da754b" providerId="ADAL" clId="{DA3F7AB2-E862-4572-8940-3A3A1EE99E69}" dt="2026-04-28T18:12:18.460" v="12527" actId="26606"/>
          <ac:spMkLst>
            <pc:docMk/>
            <pc:sldMk cId="3220949352" sldId="314"/>
            <ac:spMk id="3" creationId="{5ADAF98B-A0EA-DC78-7B9F-9D0A28935804}"/>
          </ac:spMkLst>
        </pc:spChg>
        <pc:spChg chg="add del">
          <ac:chgData name="Wimmer, Ethan" userId="fba856c3-0395-447d-8c5b-615148da754b" providerId="ADAL" clId="{DA3F7AB2-E862-4572-8940-3A3A1EE99E69}" dt="2026-04-28T18:12:18.460" v="12527" actId="26606"/>
          <ac:spMkLst>
            <pc:docMk/>
            <pc:sldMk cId="3220949352" sldId="314"/>
            <ac:spMk id="8" creationId="{8B9AA7C6-5E5A-498E-A6DF-A943376E09BC}"/>
          </ac:spMkLst>
        </pc:spChg>
        <pc:spChg chg="add del">
          <ac:chgData name="Wimmer, Ethan" userId="fba856c3-0395-447d-8c5b-615148da754b" providerId="ADAL" clId="{DA3F7AB2-E862-4572-8940-3A3A1EE99E69}" dt="2026-04-28T18:12:18.460" v="12527" actId="26606"/>
          <ac:spMkLst>
            <pc:docMk/>
            <pc:sldMk cId="3220949352" sldId="314"/>
            <ac:spMk id="14" creationId="{81E140AE-0ABF-47C8-BF32-7D2F0CF2BA44}"/>
          </ac:spMkLst>
        </pc:spChg>
        <pc:spChg chg="add del">
          <ac:chgData name="Wimmer, Ethan" userId="fba856c3-0395-447d-8c5b-615148da754b" providerId="ADAL" clId="{DA3F7AB2-E862-4572-8940-3A3A1EE99E69}" dt="2026-04-28T18:12:18.460" v="12527" actId="26606"/>
          <ac:spMkLst>
            <pc:docMk/>
            <pc:sldMk cId="3220949352" sldId="314"/>
            <ac:spMk id="16" creationId="{CBC4F608-B4B8-48C3-9572-C0F061B1CD99}"/>
          </ac:spMkLst>
        </pc:spChg>
        <pc:spChg chg="add del">
          <ac:chgData name="Wimmer, Ethan" userId="fba856c3-0395-447d-8c5b-615148da754b" providerId="ADAL" clId="{DA3F7AB2-E862-4572-8940-3A3A1EE99E69}" dt="2026-04-28T18:12:18.460" v="12527" actId="26606"/>
          <ac:spMkLst>
            <pc:docMk/>
            <pc:sldMk cId="3220949352" sldId="314"/>
            <ac:spMk id="21" creationId="{B6CDA21F-E7AF-4C75-8395-33F58D5B0E45}"/>
          </ac:spMkLst>
        </pc:spChg>
        <pc:spChg chg="add del">
          <ac:chgData name="Wimmer, Ethan" userId="fba856c3-0395-447d-8c5b-615148da754b" providerId="ADAL" clId="{DA3F7AB2-E862-4572-8940-3A3A1EE99E69}" dt="2026-04-28T18:12:18.460" v="12527" actId="26606"/>
          <ac:spMkLst>
            <pc:docMk/>
            <pc:sldMk cId="3220949352" sldId="314"/>
            <ac:spMk id="28" creationId="{D5B0017B-2ECA-49AF-B397-DC140825DF8D}"/>
          </ac:spMkLst>
        </pc:spChg>
        <pc:spChg chg="add del">
          <ac:chgData name="Wimmer, Ethan" userId="fba856c3-0395-447d-8c5b-615148da754b" providerId="ADAL" clId="{DA3F7AB2-E862-4572-8940-3A3A1EE99E69}" dt="2026-04-28T18:12:17.932" v="12526" actId="26606"/>
          <ac:spMkLst>
            <pc:docMk/>
            <pc:sldMk cId="3220949352" sldId="314"/>
            <ac:spMk id="35" creationId="{DBF61EA3-B236-439E-9C0B-340980D56BEE}"/>
          </ac:spMkLst>
        </pc:spChg>
        <pc:spChg chg="add del">
          <ac:chgData name="Wimmer, Ethan" userId="fba856c3-0395-447d-8c5b-615148da754b" providerId="ADAL" clId="{DA3F7AB2-E862-4572-8940-3A3A1EE99E69}" dt="2026-04-28T18:12:17.932" v="12526" actId="26606"/>
          <ac:spMkLst>
            <pc:docMk/>
            <pc:sldMk cId="3220949352" sldId="314"/>
            <ac:spMk id="41" creationId="{E659831F-0D9A-4C63-9EBB-8435B85A440F}"/>
          </ac:spMkLst>
        </pc:spChg>
        <pc:grpChg chg="add del">
          <ac:chgData name="Wimmer, Ethan" userId="fba856c3-0395-447d-8c5b-615148da754b" providerId="ADAL" clId="{DA3F7AB2-E862-4572-8940-3A3A1EE99E69}" dt="2026-04-28T18:12:18.460" v="12527" actId="26606"/>
          <ac:grpSpMkLst>
            <pc:docMk/>
            <pc:sldMk cId="3220949352" sldId="314"/>
            <ac:grpSpMk id="10" creationId="{83EAB11A-76F7-48F4-9B4F-5BFDF4BF9670}"/>
          </ac:grpSpMkLst>
        </pc:grpChg>
        <pc:grpChg chg="add del">
          <ac:chgData name="Wimmer, Ethan" userId="fba856c3-0395-447d-8c5b-615148da754b" providerId="ADAL" clId="{DA3F7AB2-E862-4572-8940-3A3A1EE99E69}" dt="2026-04-28T18:12:18.460" v="12527" actId="26606"/>
          <ac:grpSpMkLst>
            <pc:docMk/>
            <pc:sldMk cId="3220949352" sldId="314"/>
            <ac:grpSpMk id="23" creationId="{AE1C45F0-260A-458C-96ED-C1F6D2151219}"/>
          </ac:grpSpMkLst>
        </pc:grpChg>
        <pc:grpChg chg="add del">
          <ac:chgData name="Wimmer, Ethan" userId="fba856c3-0395-447d-8c5b-615148da754b" providerId="ADAL" clId="{DA3F7AB2-E862-4572-8940-3A3A1EE99E69}" dt="2026-04-28T18:12:17.932" v="12526" actId="26606"/>
          <ac:grpSpMkLst>
            <pc:docMk/>
            <pc:sldMk cId="3220949352" sldId="314"/>
            <ac:grpSpMk id="37" creationId="{28FAF094-D087-493F-8DF9-A486C2D6BBAA}"/>
          </ac:grpSpMkLst>
        </pc:grpChg>
        <pc:cxnChg chg="add del">
          <ac:chgData name="Wimmer, Ethan" userId="fba856c3-0395-447d-8c5b-615148da754b" providerId="ADAL" clId="{DA3F7AB2-E862-4572-8940-3A3A1EE99E69}" dt="2026-04-28T18:12:18.460" v="12527" actId="26606"/>
          <ac:cxnSpMkLst>
            <pc:docMk/>
            <pc:sldMk cId="3220949352" sldId="314"/>
            <ac:cxnSpMk id="30" creationId="{6CF1BAF6-AD41-4082-B212-8A1F9A2E8779}"/>
          </ac:cxnSpMkLst>
        </pc:cxnChg>
      </pc:sldChg>
      <pc:sldChg chg="addSp modSp add mod setBg">
        <pc:chgData name="Wimmer, Ethan" userId="fba856c3-0395-447d-8c5b-615148da754b" providerId="ADAL" clId="{DA3F7AB2-E862-4572-8940-3A3A1EE99E69}" dt="2026-04-28T18:12:43.417" v="12528" actId="26606"/>
        <pc:sldMkLst>
          <pc:docMk/>
          <pc:sldMk cId="2967811711" sldId="315"/>
        </pc:sldMkLst>
        <pc:spChg chg="mod">
          <ac:chgData name="Wimmer, Ethan" userId="fba856c3-0395-447d-8c5b-615148da754b" providerId="ADAL" clId="{DA3F7AB2-E862-4572-8940-3A3A1EE99E69}" dt="2026-04-28T18:12:43.417" v="12528" actId="26606"/>
          <ac:spMkLst>
            <pc:docMk/>
            <pc:sldMk cId="2967811711" sldId="315"/>
            <ac:spMk id="2" creationId="{6F503A8C-8851-44AE-F1DE-1AF1EF70694B}"/>
          </ac:spMkLst>
        </pc:spChg>
        <pc:spChg chg="mod">
          <ac:chgData name="Wimmer, Ethan" userId="fba856c3-0395-447d-8c5b-615148da754b" providerId="ADAL" clId="{DA3F7AB2-E862-4572-8940-3A3A1EE99E69}" dt="2026-04-28T18:12:43.417" v="12528" actId="26606"/>
          <ac:spMkLst>
            <pc:docMk/>
            <pc:sldMk cId="2967811711" sldId="315"/>
            <ac:spMk id="3" creationId="{728D5CF9-3DA8-9BC9-5074-88790E5AC358}"/>
          </ac:spMkLst>
        </pc:spChg>
        <pc:spChg chg="add">
          <ac:chgData name="Wimmer, Ethan" userId="fba856c3-0395-447d-8c5b-615148da754b" providerId="ADAL" clId="{DA3F7AB2-E862-4572-8940-3A3A1EE99E69}" dt="2026-04-28T18:12:43.417" v="12528" actId="26606"/>
          <ac:spMkLst>
            <pc:docMk/>
            <pc:sldMk cId="2967811711" sldId="315"/>
            <ac:spMk id="8" creationId="{4DA718D0-4865-4629-8134-44F68D41D574}"/>
          </ac:spMkLst>
        </pc:spChg>
        <pc:spChg chg="add">
          <ac:chgData name="Wimmer, Ethan" userId="fba856c3-0395-447d-8c5b-615148da754b" providerId="ADAL" clId="{DA3F7AB2-E862-4572-8940-3A3A1EE99E69}" dt="2026-04-28T18:12:43.417" v="12528" actId="26606"/>
          <ac:spMkLst>
            <pc:docMk/>
            <pc:sldMk cId="2967811711" sldId="315"/>
            <ac:spMk id="14" creationId="{CBC4F608-B4B8-48C3-9572-C0F061B1CD99}"/>
          </ac:spMkLst>
        </pc:spChg>
        <pc:grpChg chg="add">
          <ac:chgData name="Wimmer, Ethan" userId="fba856c3-0395-447d-8c5b-615148da754b" providerId="ADAL" clId="{DA3F7AB2-E862-4572-8940-3A3A1EE99E69}" dt="2026-04-28T18:12:43.417" v="12528" actId="26606"/>
          <ac:grpSpMkLst>
            <pc:docMk/>
            <pc:sldMk cId="2967811711" sldId="315"/>
            <ac:grpSpMk id="10" creationId="{65167ED7-6315-43AB-B1B6-C326D5FD8F84}"/>
          </ac:grpSpMkLst>
        </pc:grpChg>
      </pc:sldChg>
      <pc:sldChg chg="addSp delSp modSp new mod setBg">
        <pc:chgData name="Wimmer, Ethan" userId="fba856c3-0395-447d-8c5b-615148da754b" providerId="ADAL" clId="{DA3F7AB2-E862-4572-8940-3A3A1EE99E69}" dt="2026-04-28T18:15:43.359" v="12534" actId="26606"/>
        <pc:sldMkLst>
          <pc:docMk/>
          <pc:sldMk cId="437899996" sldId="316"/>
        </pc:sldMkLst>
        <pc:spChg chg="mod">
          <ac:chgData name="Wimmer, Ethan" userId="fba856c3-0395-447d-8c5b-615148da754b" providerId="ADAL" clId="{DA3F7AB2-E862-4572-8940-3A3A1EE99E69}" dt="2026-04-28T18:15:43.359" v="12534" actId="26606"/>
          <ac:spMkLst>
            <pc:docMk/>
            <pc:sldMk cId="437899996" sldId="316"/>
            <ac:spMk id="2" creationId="{A620324C-B69B-B2B0-C7F2-A7DF5A9D17CD}"/>
          </ac:spMkLst>
        </pc:spChg>
        <pc:spChg chg="mod">
          <ac:chgData name="Wimmer, Ethan" userId="fba856c3-0395-447d-8c5b-615148da754b" providerId="ADAL" clId="{DA3F7AB2-E862-4572-8940-3A3A1EE99E69}" dt="2026-04-28T18:15:43.359" v="12534" actId="26606"/>
          <ac:spMkLst>
            <pc:docMk/>
            <pc:sldMk cId="437899996" sldId="316"/>
            <ac:spMk id="3" creationId="{47343EF8-8EE6-EA59-AE9A-D1FC26FDADFA}"/>
          </ac:spMkLst>
        </pc:spChg>
        <pc:spChg chg="add del">
          <ac:chgData name="Wimmer, Ethan" userId="fba856c3-0395-447d-8c5b-615148da754b" providerId="ADAL" clId="{DA3F7AB2-E862-4572-8940-3A3A1EE99E69}" dt="2026-04-28T18:15:43.359" v="12534" actId="26606"/>
          <ac:spMkLst>
            <pc:docMk/>
            <pc:sldMk cId="437899996" sldId="316"/>
            <ac:spMk id="8" creationId="{E777E57D-6A88-4B5B-A068-2BA7FF4E8CCA}"/>
          </ac:spMkLst>
        </pc:spChg>
        <pc:spChg chg="add del">
          <ac:chgData name="Wimmer, Ethan" userId="fba856c3-0395-447d-8c5b-615148da754b" providerId="ADAL" clId="{DA3F7AB2-E862-4572-8940-3A3A1EE99E69}" dt="2026-04-28T18:15:43.359" v="12534" actId="26606"/>
          <ac:spMkLst>
            <pc:docMk/>
            <pc:sldMk cId="437899996" sldId="316"/>
            <ac:spMk id="10" creationId="{F7117410-A2A4-4085-9ADC-46744551DBDE}"/>
          </ac:spMkLst>
        </pc:spChg>
        <pc:spChg chg="add del">
          <ac:chgData name="Wimmer, Ethan" userId="fba856c3-0395-447d-8c5b-615148da754b" providerId="ADAL" clId="{DA3F7AB2-E862-4572-8940-3A3A1EE99E69}" dt="2026-04-28T18:15:43.359" v="12534" actId="26606"/>
          <ac:spMkLst>
            <pc:docMk/>
            <pc:sldMk cId="437899996" sldId="316"/>
            <ac:spMk id="12" creationId="{99F74EB5-E547-4FB4-95F5-BCC788F3C4A0}"/>
          </ac:spMkLst>
        </pc:spChg>
        <pc:spChg chg="add">
          <ac:chgData name="Wimmer, Ethan" userId="fba856c3-0395-447d-8c5b-615148da754b" providerId="ADAL" clId="{DA3F7AB2-E862-4572-8940-3A3A1EE99E69}" dt="2026-04-28T18:15:43.359" v="12534" actId="26606"/>
          <ac:spMkLst>
            <pc:docMk/>
            <pc:sldMk cId="437899996" sldId="316"/>
            <ac:spMk id="17" creationId="{081EA652-8C6A-4E69-BEB9-170809474553}"/>
          </ac:spMkLst>
        </pc:spChg>
        <pc:spChg chg="add">
          <ac:chgData name="Wimmer, Ethan" userId="fba856c3-0395-447d-8c5b-615148da754b" providerId="ADAL" clId="{DA3F7AB2-E862-4572-8940-3A3A1EE99E69}" dt="2026-04-28T18:15:43.359" v="12534" actId="26606"/>
          <ac:spMkLst>
            <pc:docMk/>
            <pc:sldMk cId="437899996" sldId="316"/>
            <ac:spMk id="19" creationId="{5298780A-33B9-4EA2-8F67-DE68AD62841B}"/>
          </ac:spMkLst>
        </pc:spChg>
        <pc:spChg chg="add">
          <ac:chgData name="Wimmer, Ethan" userId="fba856c3-0395-447d-8c5b-615148da754b" providerId="ADAL" clId="{DA3F7AB2-E862-4572-8940-3A3A1EE99E69}" dt="2026-04-28T18:15:43.359" v="12534" actId="26606"/>
          <ac:spMkLst>
            <pc:docMk/>
            <pc:sldMk cId="437899996" sldId="316"/>
            <ac:spMk id="21" creationId="{7F488E8B-4E1E-4402-8935-D4E6C02615C7}"/>
          </ac:spMkLst>
        </pc:spChg>
      </pc:sldChg>
      <pc:sldChg chg="addSp delSp modSp new mod setBg">
        <pc:chgData name="Wimmer, Ethan" userId="fba856c3-0395-447d-8c5b-615148da754b" providerId="ADAL" clId="{DA3F7AB2-E862-4572-8940-3A3A1EE99E69}" dt="2026-04-28T18:15:36.723" v="12533" actId="20577"/>
        <pc:sldMkLst>
          <pc:docMk/>
          <pc:sldMk cId="3741515038" sldId="317"/>
        </pc:sldMkLst>
        <pc:spChg chg="mod">
          <ac:chgData name="Wimmer, Ethan" userId="fba856c3-0395-447d-8c5b-615148da754b" providerId="ADAL" clId="{DA3F7AB2-E862-4572-8940-3A3A1EE99E69}" dt="2026-04-28T18:15:36.723" v="12533" actId="20577"/>
          <ac:spMkLst>
            <pc:docMk/>
            <pc:sldMk cId="3741515038" sldId="317"/>
            <ac:spMk id="2" creationId="{97A5F5E3-D3D3-257C-43B6-806C8382B7CC}"/>
          </ac:spMkLst>
        </pc:spChg>
        <pc:spChg chg="del">
          <ac:chgData name="Wimmer, Ethan" userId="fba856c3-0395-447d-8c5b-615148da754b" providerId="ADAL" clId="{DA3F7AB2-E862-4572-8940-3A3A1EE99E69}" dt="2026-04-28T18:15:25.918" v="12530" actId="478"/>
          <ac:spMkLst>
            <pc:docMk/>
            <pc:sldMk cId="3741515038" sldId="317"/>
            <ac:spMk id="3" creationId="{D702BBF1-E6B8-23C9-6AD8-A889937319CE}"/>
          </ac:spMkLst>
        </pc:spChg>
        <pc:spChg chg="add">
          <ac:chgData name="Wimmer, Ethan" userId="fba856c3-0395-447d-8c5b-615148da754b" providerId="ADAL" clId="{DA3F7AB2-E862-4572-8940-3A3A1EE99E69}" dt="2026-04-28T18:15:32.439" v="12531" actId="26606"/>
          <ac:spMkLst>
            <pc:docMk/>
            <pc:sldMk cId="3741515038" sldId="317"/>
            <ac:spMk id="7" creationId="{4522B21E-B2B9-4C72-9A71-C87EFD137480}"/>
          </ac:spMkLst>
        </pc:spChg>
        <pc:spChg chg="add">
          <ac:chgData name="Wimmer, Ethan" userId="fba856c3-0395-447d-8c5b-615148da754b" providerId="ADAL" clId="{DA3F7AB2-E862-4572-8940-3A3A1EE99E69}" dt="2026-04-28T18:15:32.439" v="12531" actId="26606"/>
          <ac:spMkLst>
            <pc:docMk/>
            <pc:sldMk cId="3741515038" sldId="317"/>
            <ac:spMk id="9" creationId="{5EB7D2A2-F448-44D4-938C-DC84CBCB3B1E}"/>
          </ac:spMkLst>
        </pc:spChg>
        <pc:spChg chg="add">
          <ac:chgData name="Wimmer, Ethan" userId="fba856c3-0395-447d-8c5b-615148da754b" providerId="ADAL" clId="{DA3F7AB2-E862-4572-8940-3A3A1EE99E69}" dt="2026-04-28T18:15:32.439" v="12531" actId="26606"/>
          <ac:spMkLst>
            <pc:docMk/>
            <pc:sldMk cId="3741515038" sldId="317"/>
            <ac:spMk id="11" creationId="{871AEA07-1E14-44B4-8E55-64EF049CD66F}"/>
          </ac:spMkLst>
        </pc:spChg>
        <pc:cxnChg chg="add">
          <ac:chgData name="Wimmer, Ethan" userId="fba856c3-0395-447d-8c5b-615148da754b" providerId="ADAL" clId="{DA3F7AB2-E862-4572-8940-3A3A1EE99E69}" dt="2026-04-28T18:15:32.439" v="12531" actId="26606"/>
          <ac:cxnSpMkLst>
            <pc:docMk/>
            <pc:sldMk cId="3741515038" sldId="317"/>
            <ac:cxnSpMk id="13" creationId="{F7C8EA93-3210-4C62-99E9-153C275E3A87}"/>
          </ac:cxnSpMkLst>
        </pc:cxnChg>
      </pc:sldChg>
      <pc:sldChg chg="addSp modSp new mod setBg">
        <pc:chgData name="Wimmer, Ethan" userId="fba856c3-0395-447d-8c5b-615148da754b" providerId="ADAL" clId="{DA3F7AB2-E862-4572-8940-3A3A1EE99E69}" dt="2026-04-28T18:10:04.751" v="12518" actId="26606"/>
        <pc:sldMkLst>
          <pc:docMk/>
          <pc:sldMk cId="689941828" sldId="318"/>
        </pc:sldMkLst>
        <pc:spChg chg="mod">
          <ac:chgData name="Wimmer, Ethan" userId="fba856c3-0395-447d-8c5b-615148da754b" providerId="ADAL" clId="{DA3F7AB2-E862-4572-8940-3A3A1EE99E69}" dt="2026-04-28T18:10:04.751" v="12518" actId="26606"/>
          <ac:spMkLst>
            <pc:docMk/>
            <pc:sldMk cId="689941828" sldId="318"/>
            <ac:spMk id="2" creationId="{A35AB210-1C85-B88A-31EB-FF3FF8E60C39}"/>
          </ac:spMkLst>
        </pc:spChg>
        <pc:spChg chg="mod">
          <ac:chgData name="Wimmer, Ethan" userId="fba856c3-0395-447d-8c5b-615148da754b" providerId="ADAL" clId="{DA3F7AB2-E862-4572-8940-3A3A1EE99E69}" dt="2026-04-28T18:10:04.751" v="12518" actId="26606"/>
          <ac:spMkLst>
            <pc:docMk/>
            <pc:sldMk cId="689941828" sldId="318"/>
            <ac:spMk id="3" creationId="{21356127-F620-84A8-58A4-DFF13A120963}"/>
          </ac:spMkLst>
        </pc:spChg>
        <pc:spChg chg="add">
          <ac:chgData name="Wimmer, Ethan" userId="fba856c3-0395-447d-8c5b-615148da754b" providerId="ADAL" clId="{DA3F7AB2-E862-4572-8940-3A3A1EE99E69}" dt="2026-04-28T18:10:04.751" v="12518" actId="26606"/>
          <ac:spMkLst>
            <pc:docMk/>
            <pc:sldMk cId="689941828" sldId="318"/>
            <ac:spMk id="9" creationId="{C0763A76-9F1C-4FC5-82B7-DD475DA461B2}"/>
          </ac:spMkLst>
        </pc:spChg>
        <pc:spChg chg="add">
          <ac:chgData name="Wimmer, Ethan" userId="fba856c3-0395-447d-8c5b-615148da754b" providerId="ADAL" clId="{DA3F7AB2-E862-4572-8940-3A3A1EE99E69}" dt="2026-04-28T18:10:04.751" v="12518" actId="26606"/>
          <ac:spMkLst>
            <pc:docMk/>
            <pc:sldMk cId="689941828" sldId="318"/>
            <ac:spMk id="11" creationId="{E81BF4F6-F2CF-4984-9D14-D6966D92F99F}"/>
          </ac:spMkLst>
        </pc:spChg>
        <pc:picChg chg="add">
          <ac:chgData name="Wimmer, Ethan" userId="fba856c3-0395-447d-8c5b-615148da754b" providerId="ADAL" clId="{DA3F7AB2-E862-4572-8940-3A3A1EE99E69}" dt="2026-04-28T18:10:04.751" v="12518" actId="26606"/>
          <ac:picMkLst>
            <pc:docMk/>
            <pc:sldMk cId="689941828" sldId="318"/>
            <ac:picMk id="5" creationId="{2199AA0A-7E01-B475-E1B9-E05F4F7F4FDD}"/>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77DB09-1C70-4361-B076-FFA88FA7AA8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378A4F9-2C25-4896-9C77-03878E1485B2}">
      <dgm:prSet/>
      <dgm:spPr/>
      <dgm:t>
        <a:bodyPr/>
        <a:lstStyle/>
        <a:p>
          <a:r>
            <a:rPr lang="en-US" b="1"/>
            <a:t>Age</a:t>
          </a:r>
          <a:r>
            <a:rPr lang="en-US"/>
            <a:t>: Numerical variable as the age of someone in integer years</a:t>
          </a:r>
        </a:p>
      </dgm:t>
    </dgm:pt>
    <dgm:pt modelId="{A8A5496F-2EE7-427C-BC8A-24BCE42B59AD}" type="parTrans" cxnId="{086ADAFB-15A1-4772-ABA4-F16FF0E6C037}">
      <dgm:prSet/>
      <dgm:spPr/>
      <dgm:t>
        <a:bodyPr/>
        <a:lstStyle/>
        <a:p>
          <a:endParaRPr lang="en-US"/>
        </a:p>
      </dgm:t>
    </dgm:pt>
    <dgm:pt modelId="{E1118E57-E252-4F6E-A5DE-F20B3F996B1F}" type="sibTrans" cxnId="{086ADAFB-15A1-4772-ABA4-F16FF0E6C037}">
      <dgm:prSet/>
      <dgm:spPr/>
      <dgm:t>
        <a:bodyPr/>
        <a:lstStyle/>
        <a:p>
          <a:endParaRPr lang="en-US"/>
        </a:p>
      </dgm:t>
    </dgm:pt>
    <dgm:pt modelId="{8948F90E-CD45-4C87-9E7B-5EAC351C8625}">
      <dgm:prSet/>
      <dgm:spPr/>
      <dgm:t>
        <a:bodyPr/>
        <a:lstStyle/>
        <a:p>
          <a:r>
            <a:rPr lang="en-US" b="1"/>
            <a:t>Sex</a:t>
          </a:r>
          <a:r>
            <a:rPr lang="en-US"/>
            <a:t>: Categorical variable of an individual either being male or female</a:t>
          </a:r>
        </a:p>
      </dgm:t>
    </dgm:pt>
    <dgm:pt modelId="{E58ECC3B-D550-429E-AA3D-7884C166B790}" type="parTrans" cxnId="{89668B5F-D97A-430E-8B9F-2A4155345D22}">
      <dgm:prSet/>
      <dgm:spPr/>
      <dgm:t>
        <a:bodyPr/>
        <a:lstStyle/>
        <a:p>
          <a:endParaRPr lang="en-US"/>
        </a:p>
      </dgm:t>
    </dgm:pt>
    <dgm:pt modelId="{28AD6819-184F-470E-9591-666CE55EA57E}" type="sibTrans" cxnId="{89668B5F-D97A-430E-8B9F-2A4155345D22}">
      <dgm:prSet/>
      <dgm:spPr/>
      <dgm:t>
        <a:bodyPr/>
        <a:lstStyle/>
        <a:p>
          <a:endParaRPr lang="en-US"/>
        </a:p>
      </dgm:t>
    </dgm:pt>
    <dgm:pt modelId="{BC887877-13E3-475B-B3CC-E18083425270}">
      <dgm:prSet/>
      <dgm:spPr/>
      <dgm:t>
        <a:bodyPr/>
        <a:lstStyle/>
        <a:p>
          <a:r>
            <a:rPr lang="en-US" b="1"/>
            <a:t>BMI</a:t>
          </a:r>
          <a:r>
            <a:rPr lang="en-US"/>
            <a:t>: Numerical variable being the measure of a person’s body fat based on height and weight</a:t>
          </a:r>
        </a:p>
      </dgm:t>
    </dgm:pt>
    <dgm:pt modelId="{E5511EA6-DA89-4120-8DBB-201973040D6E}" type="parTrans" cxnId="{80B4DBF5-515B-4A4F-B4FD-3BC7BC9A2E2C}">
      <dgm:prSet/>
      <dgm:spPr/>
      <dgm:t>
        <a:bodyPr/>
        <a:lstStyle/>
        <a:p>
          <a:endParaRPr lang="en-US"/>
        </a:p>
      </dgm:t>
    </dgm:pt>
    <dgm:pt modelId="{B799B416-9154-4AA4-9E65-F0738E66E509}" type="sibTrans" cxnId="{80B4DBF5-515B-4A4F-B4FD-3BC7BC9A2E2C}">
      <dgm:prSet/>
      <dgm:spPr/>
      <dgm:t>
        <a:bodyPr/>
        <a:lstStyle/>
        <a:p>
          <a:endParaRPr lang="en-US"/>
        </a:p>
      </dgm:t>
    </dgm:pt>
    <dgm:pt modelId="{F12AD4C8-F57E-4EDE-8A88-34757DF264AB}">
      <dgm:prSet/>
      <dgm:spPr/>
      <dgm:t>
        <a:bodyPr/>
        <a:lstStyle/>
        <a:p>
          <a:r>
            <a:rPr lang="en-US" b="1"/>
            <a:t>Children</a:t>
          </a:r>
          <a:r>
            <a:rPr lang="en-US"/>
            <a:t>: Categorical variable of the number of children that an individual has</a:t>
          </a:r>
        </a:p>
      </dgm:t>
    </dgm:pt>
    <dgm:pt modelId="{81E811D7-8EFA-43B6-91C5-400704905CB7}" type="parTrans" cxnId="{126B3663-C0D6-4443-9C86-3C7DA0C13CB1}">
      <dgm:prSet/>
      <dgm:spPr/>
      <dgm:t>
        <a:bodyPr/>
        <a:lstStyle/>
        <a:p>
          <a:endParaRPr lang="en-US"/>
        </a:p>
      </dgm:t>
    </dgm:pt>
    <dgm:pt modelId="{FB5DE11C-EDB4-4703-B9E9-371E9195EC39}" type="sibTrans" cxnId="{126B3663-C0D6-4443-9C86-3C7DA0C13CB1}">
      <dgm:prSet/>
      <dgm:spPr/>
      <dgm:t>
        <a:bodyPr/>
        <a:lstStyle/>
        <a:p>
          <a:endParaRPr lang="en-US"/>
        </a:p>
      </dgm:t>
    </dgm:pt>
    <dgm:pt modelId="{D038ADCF-91A5-445D-B529-60D36161D5B2}">
      <dgm:prSet/>
      <dgm:spPr/>
      <dgm:t>
        <a:bodyPr/>
        <a:lstStyle/>
        <a:p>
          <a:r>
            <a:rPr lang="en-US" b="1"/>
            <a:t>Smoker</a:t>
          </a:r>
          <a:r>
            <a:rPr lang="en-US"/>
            <a:t>: Categorical variable of where someone is a smoker or not</a:t>
          </a:r>
        </a:p>
      </dgm:t>
    </dgm:pt>
    <dgm:pt modelId="{D6F1CDBC-6D57-4612-A417-677F7065752E}" type="parTrans" cxnId="{E6FD6D61-FAC0-42CF-8FF1-B9DFBF461787}">
      <dgm:prSet/>
      <dgm:spPr/>
      <dgm:t>
        <a:bodyPr/>
        <a:lstStyle/>
        <a:p>
          <a:endParaRPr lang="en-US"/>
        </a:p>
      </dgm:t>
    </dgm:pt>
    <dgm:pt modelId="{43F4BA0E-35C6-47B2-98CE-9AF2A86F41F4}" type="sibTrans" cxnId="{E6FD6D61-FAC0-42CF-8FF1-B9DFBF461787}">
      <dgm:prSet/>
      <dgm:spPr/>
      <dgm:t>
        <a:bodyPr/>
        <a:lstStyle/>
        <a:p>
          <a:endParaRPr lang="en-US"/>
        </a:p>
      </dgm:t>
    </dgm:pt>
    <dgm:pt modelId="{870641AF-BE42-43D2-B147-6D5F61BF15DB}">
      <dgm:prSet/>
      <dgm:spPr/>
      <dgm:t>
        <a:bodyPr/>
        <a:lstStyle/>
        <a:p>
          <a:r>
            <a:rPr lang="en-US" b="1"/>
            <a:t>Region</a:t>
          </a:r>
          <a:r>
            <a:rPr lang="en-US"/>
            <a:t>: Categorical variable of the region an individual resides in the United States</a:t>
          </a:r>
        </a:p>
      </dgm:t>
    </dgm:pt>
    <dgm:pt modelId="{1F22D7FE-413E-4836-94D8-FBC3B4756BFF}" type="parTrans" cxnId="{D63DD7D5-19E0-4DA9-A69D-18F53A89FFF8}">
      <dgm:prSet/>
      <dgm:spPr/>
      <dgm:t>
        <a:bodyPr/>
        <a:lstStyle/>
        <a:p>
          <a:endParaRPr lang="en-US"/>
        </a:p>
      </dgm:t>
    </dgm:pt>
    <dgm:pt modelId="{37DF2ED3-8EDD-41B5-908D-EFAE96D9D340}" type="sibTrans" cxnId="{D63DD7D5-19E0-4DA9-A69D-18F53A89FFF8}">
      <dgm:prSet/>
      <dgm:spPr/>
      <dgm:t>
        <a:bodyPr/>
        <a:lstStyle/>
        <a:p>
          <a:endParaRPr lang="en-US"/>
        </a:p>
      </dgm:t>
    </dgm:pt>
    <dgm:pt modelId="{0795C16F-3CFA-4DAC-A19C-47FB006BFC19}">
      <dgm:prSet/>
      <dgm:spPr/>
      <dgm:t>
        <a:bodyPr/>
        <a:lstStyle/>
        <a:p>
          <a:r>
            <a:rPr lang="en-US" b="1"/>
            <a:t>Charges</a:t>
          </a:r>
          <a:r>
            <a:rPr lang="en-US"/>
            <a:t>: Numerical and target variable being how much a person is charged in medical insurance</a:t>
          </a:r>
        </a:p>
      </dgm:t>
    </dgm:pt>
    <dgm:pt modelId="{C34217CD-8062-41C8-91A0-299202AEF0FA}" type="parTrans" cxnId="{49A5EFBF-6375-4ED0-8021-8A0F4618E0C8}">
      <dgm:prSet/>
      <dgm:spPr/>
      <dgm:t>
        <a:bodyPr/>
        <a:lstStyle/>
        <a:p>
          <a:endParaRPr lang="en-US"/>
        </a:p>
      </dgm:t>
    </dgm:pt>
    <dgm:pt modelId="{F23F1688-D4DE-4D47-9B15-929C1E93B527}" type="sibTrans" cxnId="{49A5EFBF-6375-4ED0-8021-8A0F4618E0C8}">
      <dgm:prSet/>
      <dgm:spPr/>
      <dgm:t>
        <a:bodyPr/>
        <a:lstStyle/>
        <a:p>
          <a:endParaRPr lang="en-US"/>
        </a:p>
      </dgm:t>
    </dgm:pt>
    <dgm:pt modelId="{7217222B-8956-49E5-AB21-5A8FFBC68464}" type="pres">
      <dgm:prSet presAssocID="{AB77DB09-1C70-4361-B076-FFA88FA7AA8A}" presName="linear" presStyleCnt="0">
        <dgm:presLayoutVars>
          <dgm:animLvl val="lvl"/>
          <dgm:resizeHandles val="exact"/>
        </dgm:presLayoutVars>
      </dgm:prSet>
      <dgm:spPr/>
    </dgm:pt>
    <dgm:pt modelId="{C02526EC-FCB2-4593-B33D-A5F7F2D4B871}" type="pres">
      <dgm:prSet presAssocID="{A378A4F9-2C25-4896-9C77-03878E1485B2}" presName="parentText" presStyleLbl="node1" presStyleIdx="0" presStyleCnt="7">
        <dgm:presLayoutVars>
          <dgm:chMax val="0"/>
          <dgm:bulletEnabled val="1"/>
        </dgm:presLayoutVars>
      </dgm:prSet>
      <dgm:spPr/>
    </dgm:pt>
    <dgm:pt modelId="{F5480F0A-BCFD-4CC0-97DA-20B5374C543C}" type="pres">
      <dgm:prSet presAssocID="{E1118E57-E252-4F6E-A5DE-F20B3F996B1F}" presName="spacer" presStyleCnt="0"/>
      <dgm:spPr/>
    </dgm:pt>
    <dgm:pt modelId="{8A4E59CD-1EC6-4E78-82E0-48CF6751F768}" type="pres">
      <dgm:prSet presAssocID="{8948F90E-CD45-4C87-9E7B-5EAC351C8625}" presName="parentText" presStyleLbl="node1" presStyleIdx="1" presStyleCnt="7">
        <dgm:presLayoutVars>
          <dgm:chMax val="0"/>
          <dgm:bulletEnabled val="1"/>
        </dgm:presLayoutVars>
      </dgm:prSet>
      <dgm:spPr/>
    </dgm:pt>
    <dgm:pt modelId="{9FC75E63-5802-46F7-87FF-AE44D3DBCB46}" type="pres">
      <dgm:prSet presAssocID="{28AD6819-184F-470E-9591-666CE55EA57E}" presName="spacer" presStyleCnt="0"/>
      <dgm:spPr/>
    </dgm:pt>
    <dgm:pt modelId="{F78234AF-62EB-47B9-8C39-0B82F56C61B9}" type="pres">
      <dgm:prSet presAssocID="{BC887877-13E3-475B-B3CC-E18083425270}" presName="parentText" presStyleLbl="node1" presStyleIdx="2" presStyleCnt="7">
        <dgm:presLayoutVars>
          <dgm:chMax val="0"/>
          <dgm:bulletEnabled val="1"/>
        </dgm:presLayoutVars>
      </dgm:prSet>
      <dgm:spPr/>
    </dgm:pt>
    <dgm:pt modelId="{7819411D-3329-488B-869E-34AECE750716}" type="pres">
      <dgm:prSet presAssocID="{B799B416-9154-4AA4-9E65-F0738E66E509}" presName="spacer" presStyleCnt="0"/>
      <dgm:spPr/>
    </dgm:pt>
    <dgm:pt modelId="{A7DC29E1-FA1D-450C-B754-475CE6FE526B}" type="pres">
      <dgm:prSet presAssocID="{F12AD4C8-F57E-4EDE-8A88-34757DF264AB}" presName="parentText" presStyleLbl="node1" presStyleIdx="3" presStyleCnt="7">
        <dgm:presLayoutVars>
          <dgm:chMax val="0"/>
          <dgm:bulletEnabled val="1"/>
        </dgm:presLayoutVars>
      </dgm:prSet>
      <dgm:spPr/>
    </dgm:pt>
    <dgm:pt modelId="{32694E51-2E51-446E-B993-AC2953A87179}" type="pres">
      <dgm:prSet presAssocID="{FB5DE11C-EDB4-4703-B9E9-371E9195EC39}" presName="spacer" presStyleCnt="0"/>
      <dgm:spPr/>
    </dgm:pt>
    <dgm:pt modelId="{8A2703E4-840B-46B6-A0E0-9A89CAA136DA}" type="pres">
      <dgm:prSet presAssocID="{D038ADCF-91A5-445D-B529-60D36161D5B2}" presName="parentText" presStyleLbl="node1" presStyleIdx="4" presStyleCnt="7">
        <dgm:presLayoutVars>
          <dgm:chMax val="0"/>
          <dgm:bulletEnabled val="1"/>
        </dgm:presLayoutVars>
      </dgm:prSet>
      <dgm:spPr/>
    </dgm:pt>
    <dgm:pt modelId="{E148E0EB-74E8-49FE-9770-0D032EAE0B26}" type="pres">
      <dgm:prSet presAssocID="{43F4BA0E-35C6-47B2-98CE-9AF2A86F41F4}" presName="spacer" presStyleCnt="0"/>
      <dgm:spPr/>
    </dgm:pt>
    <dgm:pt modelId="{A72FC0BC-B9AA-422A-881D-3F6BF6B37E14}" type="pres">
      <dgm:prSet presAssocID="{870641AF-BE42-43D2-B147-6D5F61BF15DB}" presName="parentText" presStyleLbl="node1" presStyleIdx="5" presStyleCnt="7">
        <dgm:presLayoutVars>
          <dgm:chMax val="0"/>
          <dgm:bulletEnabled val="1"/>
        </dgm:presLayoutVars>
      </dgm:prSet>
      <dgm:spPr/>
    </dgm:pt>
    <dgm:pt modelId="{4A8B4EBD-40AC-4B72-B3C1-385D676F2EBA}" type="pres">
      <dgm:prSet presAssocID="{37DF2ED3-8EDD-41B5-908D-EFAE96D9D340}" presName="spacer" presStyleCnt="0"/>
      <dgm:spPr/>
    </dgm:pt>
    <dgm:pt modelId="{AE6DA896-5115-4EFF-AEE5-4899549118C5}" type="pres">
      <dgm:prSet presAssocID="{0795C16F-3CFA-4DAC-A19C-47FB006BFC19}" presName="parentText" presStyleLbl="node1" presStyleIdx="6" presStyleCnt="7">
        <dgm:presLayoutVars>
          <dgm:chMax val="0"/>
          <dgm:bulletEnabled val="1"/>
        </dgm:presLayoutVars>
      </dgm:prSet>
      <dgm:spPr/>
    </dgm:pt>
  </dgm:ptLst>
  <dgm:cxnLst>
    <dgm:cxn modelId="{8355CB12-9025-4A38-98E2-38D5F631C85C}" type="presOf" srcId="{A378A4F9-2C25-4896-9C77-03878E1485B2}" destId="{C02526EC-FCB2-4593-B33D-A5F7F2D4B871}" srcOrd="0" destOrd="0" presId="urn:microsoft.com/office/officeart/2005/8/layout/vList2"/>
    <dgm:cxn modelId="{978EF11E-4E7A-48A0-A8E5-688A4848C296}" type="presOf" srcId="{AB77DB09-1C70-4361-B076-FFA88FA7AA8A}" destId="{7217222B-8956-49E5-AB21-5A8FFBC68464}" srcOrd="0" destOrd="0" presId="urn:microsoft.com/office/officeart/2005/8/layout/vList2"/>
    <dgm:cxn modelId="{27EE4E1F-4786-43DF-A437-15F906702E91}" type="presOf" srcId="{870641AF-BE42-43D2-B147-6D5F61BF15DB}" destId="{A72FC0BC-B9AA-422A-881D-3F6BF6B37E14}" srcOrd="0" destOrd="0" presId="urn:microsoft.com/office/officeart/2005/8/layout/vList2"/>
    <dgm:cxn modelId="{89668B5F-D97A-430E-8B9F-2A4155345D22}" srcId="{AB77DB09-1C70-4361-B076-FFA88FA7AA8A}" destId="{8948F90E-CD45-4C87-9E7B-5EAC351C8625}" srcOrd="1" destOrd="0" parTransId="{E58ECC3B-D550-429E-AA3D-7884C166B790}" sibTransId="{28AD6819-184F-470E-9591-666CE55EA57E}"/>
    <dgm:cxn modelId="{E6FD6D61-FAC0-42CF-8FF1-B9DFBF461787}" srcId="{AB77DB09-1C70-4361-B076-FFA88FA7AA8A}" destId="{D038ADCF-91A5-445D-B529-60D36161D5B2}" srcOrd="4" destOrd="0" parTransId="{D6F1CDBC-6D57-4612-A417-677F7065752E}" sibTransId="{43F4BA0E-35C6-47B2-98CE-9AF2A86F41F4}"/>
    <dgm:cxn modelId="{126B3663-C0D6-4443-9C86-3C7DA0C13CB1}" srcId="{AB77DB09-1C70-4361-B076-FFA88FA7AA8A}" destId="{F12AD4C8-F57E-4EDE-8A88-34757DF264AB}" srcOrd="3" destOrd="0" parTransId="{81E811D7-8EFA-43B6-91C5-400704905CB7}" sibTransId="{FB5DE11C-EDB4-4703-B9E9-371E9195EC39}"/>
    <dgm:cxn modelId="{ADDFD149-8A7F-4843-82AB-6FE280FB0BBA}" type="presOf" srcId="{0795C16F-3CFA-4DAC-A19C-47FB006BFC19}" destId="{AE6DA896-5115-4EFF-AEE5-4899549118C5}" srcOrd="0" destOrd="0" presId="urn:microsoft.com/office/officeart/2005/8/layout/vList2"/>
    <dgm:cxn modelId="{54F15F94-E990-46EC-A2CF-C7679798B587}" type="presOf" srcId="{BC887877-13E3-475B-B3CC-E18083425270}" destId="{F78234AF-62EB-47B9-8C39-0B82F56C61B9}" srcOrd="0" destOrd="0" presId="urn:microsoft.com/office/officeart/2005/8/layout/vList2"/>
    <dgm:cxn modelId="{56991AB9-FE33-48E8-9DD5-B08A9E03832C}" type="presOf" srcId="{F12AD4C8-F57E-4EDE-8A88-34757DF264AB}" destId="{A7DC29E1-FA1D-450C-B754-475CE6FE526B}" srcOrd="0" destOrd="0" presId="urn:microsoft.com/office/officeart/2005/8/layout/vList2"/>
    <dgm:cxn modelId="{49A5EFBF-6375-4ED0-8021-8A0F4618E0C8}" srcId="{AB77DB09-1C70-4361-B076-FFA88FA7AA8A}" destId="{0795C16F-3CFA-4DAC-A19C-47FB006BFC19}" srcOrd="6" destOrd="0" parTransId="{C34217CD-8062-41C8-91A0-299202AEF0FA}" sibTransId="{F23F1688-D4DE-4D47-9B15-929C1E93B527}"/>
    <dgm:cxn modelId="{D63DD7D5-19E0-4DA9-A69D-18F53A89FFF8}" srcId="{AB77DB09-1C70-4361-B076-FFA88FA7AA8A}" destId="{870641AF-BE42-43D2-B147-6D5F61BF15DB}" srcOrd="5" destOrd="0" parTransId="{1F22D7FE-413E-4836-94D8-FBC3B4756BFF}" sibTransId="{37DF2ED3-8EDD-41B5-908D-EFAE96D9D340}"/>
    <dgm:cxn modelId="{826577DD-73D8-4D57-B1CF-5CFC1199EEF3}" type="presOf" srcId="{D038ADCF-91A5-445D-B529-60D36161D5B2}" destId="{8A2703E4-840B-46B6-A0E0-9A89CAA136DA}" srcOrd="0" destOrd="0" presId="urn:microsoft.com/office/officeart/2005/8/layout/vList2"/>
    <dgm:cxn modelId="{80B4DBF5-515B-4A4F-B4FD-3BC7BC9A2E2C}" srcId="{AB77DB09-1C70-4361-B076-FFA88FA7AA8A}" destId="{BC887877-13E3-475B-B3CC-E18083425270}" srcOrd="2" destOrd="0" parTransId="{E5511EA6-DA89-4120-8DBB-201973040D6E}" sibTransId="{B799B416-9154-4AA4-9E65-F0738E66E509}"/>
    <dgm:cxn modelId="{2CF569FA-FBB9-44F3-B5A6-AD7FDDB8B25F}" type="presOf" srcId="{8948F90E-CD45-4C87-9E7B-5EAC351C8625}" destId="{8A4E59CD-1EC6-4E78-82E0-48CF6751F768}" srcOrd="0" destOrd="0" presId="urn:microsoft.com/office/officeart/2005/8/layout/vList2"/>
    <dgm:cxn modelId="{086ADAFB-15A1-4772-ABA4-F16FF0E6C037}" srcId="{AB77DB09-1C70-4361-B076-FFA88FA7AA8A}" destId="{A378A4F9-2C25-4896-9C77-03878E1485B2}" srcOrd="0" destOrd="0" parTransId="{A8A5496F-2EE7-427C-BC8A-24BCE42B59AD}" sibTransId="{E1118E57-E252-4F6E-A5DE-F20B3F996B1F}"/>
    <dgm:cxn modelId="{ECE95563-6939-49D1-9C4C-EDF11B09C3FB}" type="presParOf" srcId="{7217222B-8956-49E5-AB21-5A8FFBC68464}" destId="{C02526EC-FCB2-4593-B33D-A5F7F2D4B871}" srcOrd="0" destOrd="0" presId="urn:microsoft.com/office/officeart/2005/8/layout/vList2"/>
    <dgm:cxn modelId="{98F719B5-B56B-4DA9-9F0F-E877655E2707}" type="presParOf" srcId="{7217222B-8956-49E5-AB21-5A8FFBC68464}" destId="{F5480F0A-BCFD-4CC0-97DA-20B5374C543C}" srcOrd="1" destOrd="0" presId="urn:microsoft.com/office/officeart/2005/8/layout/vList2"/>
    <dgm:cxn modelId="{B19D4FD3-CC60-4747-BC65-CB9A5829A581}" type="presParOf" srcId="{7217222B-8956-49E5-AB21-5A8FFBC68464}" destId="{8A4E59CD-1EC6-4E78-82E0-48CF6751F768}" srcOrd="2" destOrd="0" presId="urn:microsoft.com/office/officeart/2005/8/layout/vList2"/>
    <dgm:cxn modelId="{552D156C-4CB5-4A1A-BBCB-169BC0D1DC8E}" type="presParOf" srcId="{7217222B-8956-49E5-AB21-5A8FFBC68464}" destId="{9FC75E63-5802-46F7-87FF-AE44D3DBCB46}" srcOrd="3" destOrd="0" presId="urn:microsoft.com/office/officeart/2005/8/layout/vList2"/>
    <dgm:cxn modelId="{72E04E79-1BDD-46BF-9638-CD956BA390EA}" type="presParOf" srcId="{7217222B-8956-49E5-AB21-5A8FFBC68464}" destId="{F78234AF-62EB-47B9-8C39-0B82F56C61B9}" srcOrd="4" destOrd="0" presId="urn:microsoft.com/office/officeart/2005/8/layout/vList2"/>
    <dgm:cxn modelId="{B4E18870-D4C7-475C-A9F8-31BA947615FE}" type="presParOf" srcId="{7217222B-8956-49E5-AB21-5A8FFBC68464}" destId="{7819411D-3329-488B-869E-34AECE750716}" srcOrd="5" destOrd="0" presId="urn:microsoft.com/office/officeart/2005/8/layout/vList2"/>
    <dgm:cxn modelId="{E01A389A-B593-41B0-841F-932B58BA781C}" type="presParOf" srcId="{7217222B-8956-49E5-AB21-5A8FFBC68464}" destId="{A7DC29E1-FA1D-450C-B754-475CE6FE526B}" srcOrd="6" destOrd="0" presId="urn:microsoft.com/office/officeart/2005/8/layout/vList2"/>
    <dgm:cxn modelId="{37208FF3-4B1F-469E-8770-67CFEC7F774D}" type="presParOf" srcId="{7217222B-8956-49E5-AB21-5A8FFBC68464}" destId="{32694E51-2E51-446E-B993-AC2953A87179}" srcOrd="7" destOrd="0" presId="urn:microsoft.com/office/officeart/2005/8/layout/vList2"/>
    <dgm:cxn modelId="{C46D320F-C53C-4422-8E32-17964AEA9035}" type="presParOf" srcId="{7217222B-8956-49E5-AB21-5A8FFBC68464}" destId="{8A2703E4-840B-46B6-A0E0-9A89CAA136DA}" srcOrd="8" destOrd="0" presId="urn:microsoft.com/office/officeart/2005/8/layout/vList2"/>
    <dgm:cxn modelId="{C2B47D8F-432D-474B-B3DA-4A69B29B3C9F}" type="presParOf" srcId="{7217222B-8956-49E5-AB21-5A8FFBC68464}" destId="{E148E0EB-74E8-49FE-9770-0D032EAE0B26}" srcOrd="9" destOrd="0" presId="urn:microsoft.com/office/officeart/2005/8/layout/vList2"/>
    <dgm:cxn modelId="{DAC6D96C-76CE-4F58-A1B2-BCA0BC2A63E0}" type="presParOf" srcId="{7217222B-8956-49E5-AB21-5A8FFBC68464}" destId="{A72FC0BC-B9AA-422A-881D-3F6BF6B37E14}" srcOrd="10" destOrd="0" presId="urn:microsoft.com/office/officeart/2005/8/layout/vList2"/>
    <dgm:cxn modelId="{508DBE8A-E979-438E-B4FC-B9520320DC56}" type="presParOf" srcId="{7217222B-8956-49E5-AB21-5A8FFBC68464}" destId="{4A8B4EBD-40AC-4B72-B3C1-385D676F2EBA}" srcOrd="11" destOrd="0" presId="urn:microsoft.com/office/officeart/2005/8/layout/vList2"/>
    <dgm:cxn modelId="{53B145B8-014C-4F9D-AFB9-A695B2AF1ECC}" type="presParOf" srcId="{7217222B-8956-49E5-AB21-5A8FFBC68464}" destId="{AE6DA896-5115-4EFF-AEE5-4899549118C5}"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589AF95-38B1-4BC0-8272-8DBDEDFFD708}"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7CE7433F-BA9E-4236-BE7E-BAFC7D49E8C1}">
      <dgm:prSet/>
      <dgm:spPr/>
      <dgm:t>
        <a:bodyPr/>
        <a:lstStyle/>
        <a:p>
          <a:r>
            <a:rPr lang="en-US"/>
            <a:t>Predictive performance improved considerably compared to simple linear regression models with a training RMSE of $8,252.76 and test RMSE of $8,588.92. These values are much lower than single regression, indicating stronger practical prediction accuracy. </a:t>
          </a:r>
        </a:p>
      </dgm:t>
    </dgm:pt>
    <dgm:pt modelId="{25B86498-626C-4338-8963-2DFEC61A25AA}" type="parTrans" cxnId="{0D4906A2-0764-40D8-9D48-6414753CCD61}">
      <dgm:prSet/>
      <dgm:spPr/>
      <dgm:t>
        <a:bodyPr/>
        <a:lstStyle/>
        <a:p>
          <a:endParaRPr lang="en-US"/>
        </a:p>
      </dgm:t>
    </dgm:pt>
    <dgm:pt modelId="{1A7E8E70-B746-42B1-B7D9-A5666FCE36DA}" type="sibTrans" cxnId="{0D4906A2-0764-40D8-9D48-6414753CCD61}">
      <dgm:prSet/>
      <dgm:spPr/>
      <dgm:t>
        <a:bodyPr/>
        <a:lstStyle/>
        <a:p>
          <a:endParaRPr lang="en-US"/>
        </a:p>
      </dgm:t>
    </dgm:pt>
    <dgm:pt modelId="{0F2F88CB-C809-4FD7-8D07-F8DF77B51120}">
      <dgm:prSet/>
      <dgm:spPr/>
      <dgm:t>
        <a:bodyPr/>
        <a:lstStyle/>
        <a:p>
          <a:r>
            <a:rPr lang="en-US"/>
            <a:t>Overall, the full multiple regression model performed strongly and demonstrated that insurance charges are influenced by several variables. Smoking status, age, and BMI being the most important predictors.</a:t>
          </a:r>
        </a:p>
      </dgm:t>
    </dgm:pt>
    <dgm:pt modelId="{8D3D0773-0284-4086-BB8F-8000EC071204}" type="parTrans" cxnId="{533F443F-36F5-4619-A806-CFAD0C842668}">
      <dgm:prSet/>
      <dgm:spPr/>
      <dgm:t>
        <a:bodyPr/>
        <a:lstStyle/>
        <a:p>
          <a:endParaRPr lang="en-US"/>
        </a:p>
      </dgm:t>
    </dgm:pt>
    <dgm:pt modelId="{34D80BE4-84F3-4BD0-81BD-BD30E1F03919}" type="sibTrans" cxnId="{533F443F-36F5-4619-A806-CFAD0C842668}">
      <dgm:prSet/>
      <dgm:spPr/>
      <dgm:t>
        <a:bodyPr/>
        <a:lstStyle/>
        <a:p>
          <a:endParaRPr lang="en-US"/>
        </a:p>
      </dgm:t>
    </dgm:pt>
    <dgm:pt modelId="{12157B6E-986E-4A36-9914-A6E582D7D08E}" type="pres">
      <dgm:prSet presAssocID="{1589AF95-38B1-4BC0-8272-8DBDEDFFD708}" presName="vert0" presStyleCnt="0">
        <dgm:presLayoutVars>
          <dgm:dir/>
          <dgm:animOne val="branch"/>
          <dgm:animLvl val="lvl"/>
        </dgm:presLayoutVars>
      </dgm:prSet>
      <dgm:spPr/>
    </dgm:pt>
    <dgm:pt modelId="{51690621-6951-4C88-8F23-22E8266DEC38}" type="pres">
      <dgm:prSet presAssocID="{7CE7433F-BA9E-4236-BE7E-BAFC7D49E8C1}" presName="thickLine" presStyleLbl="alignNode1" presStyleIdx="0" presStyleCnt="2"/>
      <dgm:spPr/>
    </dgm:pt>
    <dgm:pt modelId="{A85DC15B-EFE4-4B16-9EA3-39A50924CFAA}" type="pres">
      <dgm:prSet presAssocID="{7CE7433F-BA9E-4236-BE7E-BAFC7D49E8C1}" presName="horz1" presStyleCnt="0"/>
      <dgm:spPr/>
    </dgm:pt>
    <dgm:pt modelId="{CB3605D5-EFE9-4798-9D98-67C0ACDBB930}" type="pres">
      <dgm:prSet presAssocID="{7CE7433F-BA9E-4236-BE7E-BAFC7D49E8C1}" presName="tx1" presStyleLbl="revTx" presStyleIdx="0" presStyleCnt="2"/>
      <dgm:spPr/>
    </dgm:pt>
    <dgm:pt modelId="{B1431251-E919-4000-BF01-10FDFB69831A}" type="pres">
      <dgm:prSet presAssocID="{7CE7433F-BA9E-4236-BE7E-BAFC7D49E8C1}" presName="vert1" presStyleCnt="0"/>
      <dgm:spPr/>
    </dgm:pt>
    <dgm:pt modelId="{2A5ED3E2-2588-4E50-9A95-767074C51548}" type="pres">
      <dgm:prSet presAssocID="{0F2F88CB-C809-4FD7-8D07-F8DF77B51120}" presName="thickLine" presStyleLbl="alignNode1" presStyleIdx="1" presStyleCnt="2"/>
      <dgm:spPr/>
    </dgm:pt>
    <dgm:pt modelId="{46B47CBC-E4F0-4BA7-A2D8-43C0DB0A5A9E}" type="pres">
      <dgm:prSet presAssocID="{0F2F88CB-C809-4FD7-8D07-F8DF77B51120}" presName="horz1" presStyleCnt="0"/>
      <dgm:spPr/>
    </dgm:pt>
    <dgm:pt modelId="{FFAD9EE9-B038-402F-AC95-B0240322C1BE}" type="pres">
      <dgm:prSet presAssocID="{0F2F88CB-C809-4FD7-8D07-F8DF77B51120}" presName="tx1" presStyleLbl="revTx" presStyleIdx="1" presStyleCnt="2"/>
      <dgm:spPr/>
    </dgm:pt>
    <dgm:pt modelId="{42F1DFB2-3B61-45BC-AB41-36752E45EEE7}" type="pres">
      <dgm:prSet presAssocID="{0F2F88CB-C809-4FD7-8D07-F8DF77B51120}" presName="vert1" presStyleCnt="0"/>
      <dgm:spPr/>
    </dgm:pt>
  </dgm:ptLst>
  <dgm:cxnLst>
    <dgm:cxn modelId="{533F443F-36F5-4619-A806-CFAD0C842668}" srcId="{1589AF95-38B1-4BC0-8272-8DBDEDFFD708}" destId="{0F2F88CB-C809-4FD7-8D07-F8DF77B51120}" srcOrd="1" destOrd="0" parTransId="{8D3D0773-0284-4086-BB8F-8000EC071204}" sibTransId="{34D80BE4-84F3-4BD0-81BD-BD30E1F03919}"/>
    <dgm:cxn modelId="{D620D682-31B7-4040-8446-9A06E73E306A}" type="presOf" srcId="{7CE7433F-BA9E-4236-BE7E-BAFC7D49E8C1}" destId="{CB3605D5-EFE9-4798-9D98-67C0ACDBB930}" srcOrd="0" destOrd="0" presId="urn:microsoft.com/office/officeart/2008/layout/LinedList"/>
    <dgm:cxn modelId="{0D4906A2-0764-40D8-9D48-6414753CCD61}" srcId="{1589AF95-38B1-4BC0-8272-8DBDEDFFD708}" destId="{7CE7433F-BA9E-4236-BE7E-BAFC7D49E8C1}" srcOrd="0" destOrd="0" parTransId="{25B86498-626C-4338-8963-2DFEC61A25AA}" sibTransId="{1A7E8E70-B746-42B1-B7D9-A5666FCE36DA}"/>
    <dgm:cxn modelId="{030358BA-0C52-428D-81DE-659CEA53E77F}" type="presOf" srcId="{1589AF95-38B1-4BC0-8272-8DBDEDFFD708}" destId="{12157B6E-986E-4A36-9914-A6E582D7D08E}" srcOrd="0" destOrd="0" presId="urn:microsoft.com/office/officeart/2008/layout/LinedList"/>
    <dgm:cxn modelId="{E3323AEF-C02C-4CBB-8FE5-FF5FE0FFD1BF}" type="presOf" srcId="{0F2F88CB-C809-4FD7-8D07-F8DF77B51120}" destId="{FFAD9EE9-B038-402F-AC95-B0240322C1BE}" srcOrd="0" destOrd="0" presId="urn:microsoft.com/office/officeart/2008/layout/LinedList"/>
    <dgm:cxn modelId="{30AF3380-FC2F-4EDF-B2B5-B275E8550E8D}" type="presParOf" srcId="{12157B6E-986E-4A36-9914-A6E582D7D08E}" destId="{51690621-6951-4C88-8F23-22E8266DEC38}" srcOrd="0" destOrd="0" presId="urn:microsoft.com/office/officeart/2008/layout/LinedList"/>
    <dgm:cxn modelId="{CB93B8F7-AF7F-4F22-99BB-F82B84D44BED}" type="presParOf" srcId="{12157B6E-986E-4A36-9914-A6E582D7D08E}" destId="{A85DC15B-EFE4-4B16-9EA3-39A50924CFAA}" srcOrd="1" destOrd="0" presId="urn:microsoft.com/office/officeart/2008/layout/LinedList"/>
    <dgm:cxn modelId="{9440CCF1-8EA3-40A5-AE79-7E905AF72DEE}" type="presParOf" srcId="{A85DC15B-EFE4-4B16-9EA3-39A50924CFAA}" destId="{CB3605D5-EFE9-4798-9D98-67C0ACDBB930}" srcOrd="0" destOrd="0" presId="urn:microsoft.com/office/officeart/2008/layout/LinedList"/>
    <dgm:cxn modelId="{509449AA-5693-4C29-A056-7DE1D60C7661}" type="presParOf" srcId="{A85DC15B-EFE4-4B16-9EA3-39A50924CFAA}" destId="{B1431251-E919-4000-BF01-10FDFB69831A}" srcOrd="1" destOrd="0" presId="urn:microsoft.com/office/officeart/2008/layout/LinedList"/>
    <dgm:cxn modelId="{C01BB965-EFE2-4A0C-93E7-AE94D70F598E}" type="presParOf" srcId="{12157B6E-986E-4A36-9914-A6E582D7D08E}" destId="{2A5ED3E2-2588-4E50-9A95-767074C51548}" srcOrd="2" destOrd="0" presId="urn:microsoft.com/office/officeart/2008/layout/LinedList"/>
    <dgm:cxn modelId="{6DB75275-9027-4695-8BDA-CAFC22916E43}" type="presParOf" srcId="{12157B6E-986E-4A36-9914-A6E582D7D08E}" destId="{46B47CBC-E4F0-4BA7-A2D8-43C0DB0A5A9E}" srcOrd="3" destOrd="0" presId="urn:microsoft.com/office/officeart/2008/layout/LinedList"/>
    <dgm:cxn modelId="{139BABA3-04CB-4E68-905B-83203B76ADA1}" type="presParOf" srcId="{46B47CBC-E4F0-4BA7-A2D8-43C0DB0A5A9E}" destId="{FFAD9EE9-B038-402F-AC95-B0240322C1BE}" srcOrd="0" destOrd="0" presId="urn:microsoft.com/office/officeart/2008/layout/LinedList"/>
    <dgm:cxn modelId="{14956047-FD63-402B-A733-55970B884CB1}" type="presParOf" srcId="{46B47CBC-E4F0-4BA7-A2D8-43C0DB0A5A9E}" destId="{42F1DFB2-3B61-45BC-AB41-36752E45EEE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2526EC-FCB2-4593-B33D-A5F7F2D4B871}">
      <dsp:nvSpPr>
        <dsp:cNvPr id="0" name=""/>
        <dsp:cNvSpPr/>
      </dsp:nvSpPr>
      <dsp:spPr>
        <a:xfrm>
          <a:off x="0" y="377604"/>
          <a:ext cx="105156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Age</a:t>
          </a:r>
          <a:r>
            <a:rPr lang="en-US" sz="1900" kern="1200"/>
            <a:t>: Numerical variable as the age of someone in integer years</a:t>
          </a:r>
        </a:p>
      </dsp:txBody>
      <dsp:txXfrm>
        <a:off x="22789" y="400393"/>
        <a:ext cx="10470022" cy="421252"/>
      </dsp:txXfrm>
    </dsp:sp>
    <dsp:sp modelId="{8A4E59CD-1EC6-4E78-82E0-48CF6751F768}">
      <dsp:nvSpPr>
        <dsp:cNvPr id="0" name=""/>
        <dsp:cNvSpPr/>
      </dsp:nvSpPr>
      <dsp:spPr>
        <a:xfrm>
          <a:off x="0" y="899154"/>
          <a:ext cx="105156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Sex</a:t>
          </a:r>
          <a:r>
            <a:rPr lang="en-US" sz="1900" kern="1200"/>
            <a:t>: Categorical variable of an individual either being male or female</a:t>
          </a:r>
        </a:p>
      </dsp:txBody>
      <dsp:txXfrm>
        <a:off x="22789" y="921943"/>
        <a:ext cx="10470022" cy="421252"/>
      </dsp:txXfrm>
    </dsp:sp>
    <dsp:sp modelId="{F78234AF-62EB-47B9-8C39-0B82F56C61B9}">
      <dsp:nvSpPr>
        <dsp:cNvPr id="0" name=""/>
        <dsp:cNvSpPr/>
      </dsp:nvSpPr>
      <dsp:spPr>
        <a:xfrm>
          <a:off x="0" y="1420704"/>
          <a:ext cx="105156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BMI</a:t>
          </a:r>
          <a:r>
            <a:rPr lang="en-US" sz="1900" kern="1200"/>
            <a:t>: Numerical variable being the measure of a person’s body fat based on height and weight</a:t>
          </a:r>
        </a:p>
      </dsp:txBody>
      <dsp:txXfrm>
        <a:off x="22789" y="1443493"/>
        <a:ext cx="10470022" cy="421252"/>
      </dsp:txXfrm>
    </dsp:sp>
    <dsp:sp modelId="{A7DC29E1-FA1D-450C-B754-475CE6FE526B}">
      <dsp:nvSpPr>
        <dsp:cNvPr id="0" name=""/>
        <dsp:cNvSpPr/>
      </dsp:nvSpPr>
      <dsp:spPr>
        <a:xfrm>
          <a:off x="0" y="1942254"/>
          <a:ext cx="105156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Children</a:t>
          </a:r>
          <a:r>
            <a:rPr lang="en-US" sz="1900" kern="1200"/>
            <a:t>: Categorical variable of the number of children that an individual has</a:t>
          </a:r>
        </a:p>
      </dsp:txBody>
      <dsp:txXfrm>
        <a:off x="22789" y="1965043"/>
        <a:ext cx="10470022" cy="421252"/>
      </dsp:txXfrm>
    </dsp:sp>
    <dsp:sp modelId="{8A2703E4-840B-46B6-A0E0-9A89CAA136DA}">
      <dsp:nvSpPr>
        <dsp:cNvPr id="0" name=""/>
        <dsp:cNvSpPr/>
      </dsp:nvSpPr>
      <dsp:spPr>
        <a:xfrm>
          <a:off x="0" y="2463804"/>
          <a:ext cx="105156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Smoker</a:t>
          </a:r>
          <a:r>
            <a:rPr lang="en-US" sz="1900" kern="1200"/>
            <a:t>: Categorical variable of where someone is a smoker or not</a:t>
          </a:r>
        </a:p>
      </dsp:txBody>
      <dsp:txXfrm>
        <a:off x="22789" y="2486593"/>
        <a:ext cx="10470022" cy="421252"/>
      </dsp:txXfrm>
    </dsp:sp>
    <dsp:sp modelId="{A72FC0BC-B9AA-422A-881D-3F6BF6B37E14}">
      <dsp:nvSpPr>
        <dsp:cNvPr id="0" name=""/>
        <dsp:cNvSpPr/>
      </dsp:nvSpPr>
      <dsp:spPr>
        <a:xfrm>
          <a:off x="0" y="2985354"/>
          <a:ext cx="105156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Region</a:t>
          </a:r>
          <a:r>
            <a:rPr lang="en-US" sz="1900" kern="1200"/>
            <a:t>: Categorical variable of the region an individual resides in the United States</a:t>
          </a:r>
        </a:p>
      </dsp:txBody>
      <dsp:txXfrm>
        <a:off x="22789" y="3008143"/>
        <a:ext cx="10470022" cy="421252"/>
      </dsp:txXfrm>
    </dsp:sp>
    <dsp:sp modelId="{AE6DA896-5115-4EFF-AEE5-4899549118C5}">
      <dsp:nvSpPr>
        <dsp:cNvPr id="0" name=""/>
        <dsp:cNvSpPr/>
      </dsp:nvSpPr>
      <dsp:spPr>
        <a:xfrm>
          <a:off x="0" y="3506904"/>
          <a:ext cx="105156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Charges</a:t>
          </a:r>
          <a:r>
            <a:rPr lang="en-US" sz="1900" kern="1200"/>
            <a:t>: Numerical and target variable being how much a person is charged in medical insurance</a:t>
          </a:r>
        </a:p>
      </dsp:txBody>
      <dsp:txXfrm>
        <a:off x="22789" y="3529693"/>
        <a:ext cx="10470022" cy="4212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690621-6951-4C88-8F23-22E8266DEC38}">
      <dsp:nvSpPr>
        <dsp:cNvPr id="0" name=""/>
        <dsp:cNvSpPr/>
      </dsp:nvSpPr>
      <dsp:spPr>
        <a:xfrm>
          <a:off x="0" y="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3605D5-EFE9-4798-9D98-67C0ACDBB930}">
      <dsp:nvSpPr>
        <dsp:cNvPr id="0" name=""/>
        <dsp:cNvSpPr/>
      </dsp:nvSpPr>
      <dsp:spPr>
        <a:xfrm>
          <a:off x="0" y="0"/>
          <a:ext cx="10515600" cy="217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Predictive performance improved considerably compared to simple linear regression models with a training RMSE of $8,252.76 and test RMSE of $8,588.92. These values are much lower than single regression, indicating stronger practical prediction accuracy. </a:t>
          </a:r>
        </a:p>
      </dsp:txBody>
      <dsp:txXfrm>
        <a:off x="0" y="0"/>
        <a:ext cx="10515600" cy="2175669"/>
      </dsp:txXfrm>
    </dsp:sp>
    <dsp:sp modelId="{2A5ED3E2-2588-4E50-9A95-767074C51548}">
      <dsp:nvSpPr>
        <dsp:cNvPr id="0" name=""/>
        <dsp:cNvSpPr/>
      </dsp:nvSpPr>
      <dsp:spPr>
        <a:xfrm>
          <a:off x="0" y="217566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AD9EE9-B038-402F-AC95-B0240322C1BE}">
      <dsp:nvSpPr>
        <dsp:cNvPr id="0" name=""/>
        <dsp:cNvSpPr/>
      </dsp:nvSpPr>
      <dsp:spPr>
        <a:xfrm>
          <a:off x="0" y="2175669"/>
          <a:ext cx="10515600" cy="217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Overall, the full multiple regression model performed strongly and demonstrated that insurance charges are influenced by several variables. Smoking status, age, and BMI being the most important predictors.</a:t>
          </a:r>
        </a:p>
      </dsp:txBody>
      <dsp:txXfrm>
        <a:off x="0" y="2175669"/>
        <a:ext cx="10515600" cy="217566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F23CCF-4341-47AA-B132-820C6BC2E424}" type="datetimeFigureOut">
              <a:rPr lang="en-US" smtClean="0"/>
              <a:t>4/28/2026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BD5FFD-E52D-4920-9FC7-0528A47D1A70}" type="slidenum">
              <a:rPr lang="en-US" smtClean="0"/>
              <a:t>‹#›</a:t>
            </a:fld>
            <a:endParaRPr lang="en-US"/>
          </a:p>
        </p:txBody>
      </p:sp>
    </p:spTree>
    <p:extLst>
      <p:ext uri="{BB962C8B-B14F-4D97-AF65-F5344CB8AC3E}">
        <p14:creationId xmlns:p14="http://schemas.microsoft.com/office/powerpoint/2010/main" val="2243112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BD5FFD-E52D-4920-9FC7-0528A47D1A70}" type="slidenum">
              <a:rPr lang="en-US" smtClean="0"/>
              <a:t>44</a:t>
            </a:fld>
            <a:endParaRPr lang="en-US"/>
          </a:p>
        </p:txBody>
      </p:sp>
    </p:spTree>
    <p:extLst>
      <p:ext uri="{BB962C8B-B14F-4D97-AF65-F5344CB8AC3E}">
        <p14:creationId xmlns:p14="http://schemas.microsoft.com/office/powerpoint/2010/main" val="1049386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525BB-12F7-2E2D-C24A-41CE7B7C00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2C2DF6-0393-C396-6482-C1797D301D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119586-9FCC-7641-B381-CE745E06CF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171D10-20B2-E6B5-7C81-0F7177E5C58E}"/>
              </a:ext>
            </a:extLst>
          </p:cNvPr>
          <p:cNvSpPr>
            <a:spLocks noGrp="1"/>
          </p:cNvSpPr>
          <p:nvPr>
            <p:ph type="sldNum" sz="quarter" idx="5"/>
          </p:nvPr>
        </p:nvSpPr>
        <p:spPr/>
        <p:txBody>
          <a:bodyPr/>
          <a:lstStyle/>
          <a:p>
            <a:fld id="{34BD5FFD-E52D-4920-9FC7-0528A47D1A70}" type="slidenum">
              <a:rPr lang="en-US" smtClean="0"/>
              <a:t>45</a:t>
            </a:fld>
            <a:endParaRPr lang="en-US"/>
          </a:p>
        </p:txBody>
      </p:sp>
    </p:spTree>
    <p:extLst>
      <p:ext uri="{BB962C8B-B14F-4D97-AF65-F5344CB8AC3E}">
        <p14:creationId xmlns:p14="http://schemas.microsoft.com/office/powerpoint/2010/main" val="2376605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4E689-B1EC-A678-53BF-9909F4CBE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D50CA6-2B24-5E84-52E7-93204B350D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F589B8-C36A-6116-0888-AB55698F97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3AD2E3-6F20-516C-EFCC-E34B819F11F7}"/>
              </a:ext>
            </a:extLst>
          </p:cNvPr>
          <p:cNvSpPr>
            <a:spLocks noGrp="1"/>
          </p:cNvSpPr>
          <p:nvPr>
            <p:ph type="sldNum" sz="quarter" idx="5"/>
          </p:nvPr>
        </p:nvSpPr>
        <p:spPr/>
        <p:txBody>
          <a:bodyPr/>
          <a:lstStyle/>
          <a:p>
            <a:fld id="{34BD5FFD-E52D-4920-9FC7-0528A47D1A70}" type="slidenum">
              <a:rPr lang="en-US" smtClean="0"/>
              <a:t>46</a:t>
            </a:fld>
            <a:endParaRPr lang="en-US"/>
          </a:p>
        </p:txBody>
      </p:sp>
    </p:spTree>
    <p:extLst>
      <p:ext uri="{BB962C8B-B14F-4D97-AF65-F5344CB8AC3E}">
        <p14:creationId xmlns:p14="http://schemas.microsoft.com/office/powerpoint/2010/main" val="2178619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DC792-7727-0275-1FF4-6C12A40D59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2AE9CF-B991-E440-D86F-10B93ADBBC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180518-420D-4432-6E48-E29CD85B9B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104690-FC90-B0EA-DA3C-BD45BFC40CFF}"/>
              </a:ext>
            </a:extLst>
          </p:cNvPr>
          <p:cNvSpPr>
            <a:spLocks noGrp="1"/>
          </p:cNvSpPr>
          <p:nvPr>
            <p:ph type="sldNum" sz="quarter" idx="5"/>
          </p:nvPr>
        </p:nvSpPr>
        <p:spPr/>
        <p:txBody>
          <a:bodyPr/>
          <a:lstStyle/>
          <a:p>
            <a:fld id="{34BD5FFD-E52D-4920-9FC7-0528A47D1A70}" type="slidenum">
              <a:rPr lang="en-US" smtClean="0"/>
              <a:t>47</a:t>
            </a:fld>
            <a:endParaRPr lang="en-US"/>
          </a:p>
        </p:txBody>
      </p:sp>
    </p:spTree>
    <p:extLst>
      <p:ext uri="{BB962C8B-B14F-4D97-AF65-F5344CB8AC3E}">
        <p14:creationId xmlns:p14="http://schemas.microsoft.com/office/powerpoint/2010/main" val="554243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C2640-6D35-C920-C11F-8BB217F4C2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B2D385-8BE2-7F89-3E5D-8866F1A1C6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6BBDBD-5ED8-35E2-4E77-27D39E3225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14E2B1-C934-F4D8-291D-460CE92C1920}"/>
              </a:ext>
            </a:extLst>
          </p:cNvPr>
          <p:cNvSpPr>
            <a:spLocks noGrp="1"/>
          </p:cNvSpPr>
          <p:nvPr>
            <p:ph type="sldNum" sz="quarter" idx="5"/>
          </p:nvPr>
        </p:nvSpPr>
        <p:spPr/>
        <p:txBody>
          <a:bodyPr/>
          <a:lstStyle/>
          <a:p>
            <a:fld id="{34BD5FFD-E52D-4920-9FC7-0528A47D1A70}" type="slidenum">
              <a:rPr lang="en-US" smtClean="0"/>
              <a:t>48</a:t>
            </a:fld>
            <a:endParaRPr lang="en-US"/>
          </a:p>
        </p:txBody>
      </p:sp>
    </p:spTree>
    <p:extLst>
      <p:ext uri="{BB962C8B-B14F-4D97-AF65-F5344CB8AC3E}">
        <p14:creationId xmlns:p14="http://schemas.microsoft.com/office/powerpoint/2010/main" val="16768605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02DAB-0759-844B-90F6-3664C775F9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E1FFBC-D7E5-6583-1386-1B94950975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898A7C-EB82-7893-6843-6259941458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88D3E3-D304-7BE6-C122-294105881BF6}"/>
              </a:ext>
            </a:extLst>
          </p:cNvPr>
          <p:cNvSpPr>
            <a:spLocks noGrp="1"/>
          </p:cNvSpPr>
          <p:nvPr>
            <p:ph type="sldNum" sz="quarter" idx="5"/>
          </p:nvPr>
        </p:nvSpPr>
        <p:spPr/>
        <p:txBody>
          <a:bodyPr/>
          <a:lstStyle/>
          <a:p>
            <a:fld id="{34BD5FFD-E52D-4920-9FC7-0528A47D1A70}" type="slidenum">
              <a:rPr lang="en-US" smtClean="0"/>
              <a:t>49</a:t>
            </a:fld>
            <a:endParaRPr lang="en-US"/>
          </a:p>
        </p:txBody>
      </p:sp>
    </p:spTree>
    <p:extLst>
      <p:ext uri="{BB962C8B-B14F-4D97-AF65-F5344CB8AC3E}">
        <p14:creationId xmlns:p14="http://schemas.microsoft.com/office/powerpoint/2010/main" val="33199905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FAE32-9B10-C286-6843-3AA96EBC80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FAC883-0C7D-14D1-CC8D-EF0DB2D025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EFFED9-9E13-14E6-BA5F-B4C3BD754C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05A931-03FA-ABB7-980E-14ECFE055B93}"/>
              </a:ext>
            </a:extLst>
          </p:cNvPr>
          <p:cNvSpPr>
            <a:spLocks noGrp="1"/>
          </p:cNvSpPr>
          <p:nvPr>
            <p:ph type="sldNum" sz="quarter" idx="5"/>
          </p:nvPr>
        </p:nvSpPr>
        <p:spPr/>
        <p:txBody>
          <a:bodyPr/>
          <a:lstStyle/>
          <a:p>
            <a:fld id="{34BD5FFD-E52D-4920-9FC7-0528A47D1A70}" type="slidenum">
              <a:rPr lang="en-US" smtClean="0"/>
              <a:t>50</a:t>
            </a:fld>
            <a:endParaRPr lang="en-US"/>
          </a:p>
        </p:txBody>
      </p:sp>
    </p:spTree>
    <p:extLst>
      <p:ext uri="{BB962C8B-B14F-4D97-AF65-F5344CB8AC3E}">
        <p14:creationId xmlns:p14="http://schemas.microsoft.com/office/powerpoint/2010/main" val="2068487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B91F4-3F79-FBC2-2F74-B187607ADB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D6DB5B-BB97-4008-FEDE-8ACCDF1572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CB2B53-FD67-DC02-3978-4C94464418FD}"/>
              </a:ext>
            </a:extLst>
          </p:cNvPr>
          <p:cNvSpPr>
            <a:spLocks noGrp="1"/>
          </p:cNvSpPr>
          <p:nvPr>
            <p:ph type="dt" sz="half" idx="10"/>
          </p:nvPr>
        </p:nvSpPr>
        <p:spPr/>
        <p:txBody>
          <a:bodyPr/>
          <a:lstStyle/>
          <a:p>
            <a:fld id="{62C604CD-8F93-48F4-9483-B10855755D13}" type="datetimeFigureOut">
              <a:rPr lang="en-US" smtClean="0"/>
              <a:t>4/28/2026</a:t>
            </a:fld>
            <a:endParaRPr lang="en-US"/>
          </a:p>
        </p:txBody>
      </p:sp>
      <p:sp>
        <p:nvSpPr>
          <p:cNvPr id="5" name="Footer Placeholder 4">
            <a:extLst>
              <a:ext uri="{FF2B5EF4-FFF2-40B4-BE49-F238E27FC236}">
                <a16:creationId xmlns:a16="http://schemas.microsoft.com/office/drawing/2014/main" id="{CEB225FB-9888-89E5-03DD-C41215694C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2AB6F7-0B87-27F0-8510-52418E3EDB55}"/>
              </a:ext>
            </a:extLst>
          </p:cNvPr>
          <p:cNvSpPr>
            <a:spLocks noGrp="1"/>
          </p:cNvSpPr>
          <p:nvPr>
            <p:ph type="sldNum" sz="quarter" idx="12"/>
          </p:nvPr>
        </p:nvSpPr>
        <p:spPr/>
        <p:txBody>
          <a:bodyPr/>
          <a:lstStyle/>
          <a:p>
            <a:fld id="{87147410-8680-4310-B0E3-46B2659A3B40}" type="slidenum">
              <a:rPr lang="en-US" smtClean="0"/>
              <a:t>‹#›</a:t>
            </a:fld>
            <a:endParaRPr lang="en-US"/>
          </a:p>
        </p:txBody>
      </p:sp>
    </p:spTree>
    <p:extLst>
      <p:ext uri="{BB962C8B-B14F-4D97-AF65-F5344CB8AC3E}">
        <p14:creationId xmlns:p14="http://schemas.microsoft.com/office/powerpoint/2010/main" val="3179565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70DB0-5B84-49AF-D649-54433FF042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984B2E-DB30-DC89-A62B-739BD887F1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26F2F2-F1EB-CB87-07C3-5B3796C97B49}"/>
              </a:ext>
            </a:extLst>
          </p:cNvPr>
          <p:cNvSpPr>
            <a:spLocks noGrp="1"/>
          </p:cNvSpPr>
          <p:nvPr>
            <p:ph type="dt" sz="half" idx="10"/>
          </p:nvPr>
        </p:nvSpPr>
        <p:spPr/>
        <p:txBody>
          <a:bodyPr/>
          <a:lstStyle/>
          <a:p>
            <a:fld id="{62C604CD-8F93-48F4-9483-B10855755D13}" type="datetimeFigureOut">
              <a:rPr lang="en-US" smtClean="0"/>
              <a:t>4/28/2026</a:t>
            </a:fld>
            <a:endParaRPr lang="en-US"/>
          </a:p>
        </p:txBody>
      </p:sp>
      <p:sp>
        <p:nvSpPr>
          <p:cNvPr id="5" name="Footer Placeholder 4">
            <a:extLst>
              <a:ext uri="{FF2B5EF4-FFF2-40B4-BE49-F238E27FC236}">
                <a16:creationId xmlns:a16="http://schemas.microsoft.com/office/drawing/2014/main" id="{E1FD7C07-E070-B24B-F2FC-1433F7382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12CD4B-9897-E364-6084-A5A34F4CB298}"/>
              </a:ext>
            </a:extLst>
          </p:cNvPr>
          <p:cNvSpPr>
            <a:spLocks noGrp="1"/>
          </p:cNvSpPr>
          <p:nvPr>
            <p:ph type="sldNum" sz="quarter" idx="12"/>
          </p:nvPr>
        </p:nvSpPr>
        <p:spPr/>
        <p:txBody>
          <a:bodyPr/>
          <a:lstStyle/>
          <a:p>
            <a:fld id="{87147410-8680-4310-B0E3-46B2659A3B40}" type="slidenum">
              <a:rPr lang="en-US" smtClean="0"/>
              <a:t>‹#›</a:t>
            </a:fld>
            <a:endParaRPr lang="en-US"/>
          </a:p>
        </p:txBody>
      </p:sp>
    </p:spTree>
    <p:extLst>
      <p:ext uri="{BB962C8B-B14F-4D97-AF65-F5344CB8AC3E}">
        <p14:creationId xmlns:p14="http://schemas.microsoft.com/office/powerpoint/2010/main" val="1272717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0173A-5FFE-30B3-6918-91A91D5E29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4F77BB-A059-4BB5-150B-A778A82BAFD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1444F5-98A3-4E6C-ABB2-58E1C19807B8}"/>
              </a:ext>
            </a:extLst>
          </p:cNvPr>
          <p:cNvSpPr>
            <a:spLocks noGrp="1"/>
          </p:cNvSpPr>
          <p:nvPr>
            <p:ph type="dt" sz="half" idx="10"/>
          </p:nvPr>
        </p:nvSpPr>
        <p:spPr/>
        <p:txBody>
          <a:bodyPr/>
          <a:lstStyle/>
          <a:p>
            <a:fld id="{62C604CD-8F93-48F4-9483-B10855755D13}" type="datetimeFigureOut">
              <a:rPr lang="en-US" smtClean="0"/>
              <a:t>4/28/2026</a:t>
            </a:fld>
            <a:endParaRPr lang="en-US"/>
          </a:p>
        </p:txBody>
      </p:sp>
      <p:sp>
        <p:nvSpPr>
          <p:cNvPr id="5" name="Footer Placeholder 4">
            <a:extLst>
              <a:ext uri="{FF2B5EF4-FFF2-40B4-BE49-F238E27FC236}">
                <a16:creationId xmlns:a16="http://schemas.microsoft.com/office/drawing/2014/main" id="{790FBC5D-5A11-C1AE-7397-547F8B5AFA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D5E10F-3B6A-4A43-B1FF-F049DC3D784C}"/>
              </a:ext>
            </a:extLst>
          </p:cNvPr>
          <p:cNvSpPr>
            <a:spLocks noGrp="1"/>
          </p:cNvSpPr>
          <p:nvPr>
            <p:ph type="sldNum" sz="quarter" idx="12"/>
          </p:nvPr>
        </p:nvSpPr>
        <p:spPr/>
        <p:txBody>
          <a:bodyPr/>
          <a:lstStyle/>
          <a:p>
            <a:fld id="{87147410-8680-4310-B0E3-46B2659A3B40}" type="slidenum">
              <a:rPr lang="en-US" smtClean="0"/>
              <a:t>‹#›</a:t>
            </a:fld>
            <a:endParaRPr lang="en-US"/>
          </a:p>
        </p:txBody>
      </p:sp>
    </p:spTree>
    <p:extLst>
      <p:ext uri="{BB962C8B-B14F-4D97-AF65-F5344CB8AC3E}">
        <p14:creationId xmlns:p14="http://schemas.microsoft.com/office/powerpoint/2010/main" val="4218456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D473D-05DF-83F1-82D2-2D960E3EE8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341FFB-4A80-1DCA-9FDD-FFD1D76443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6BE68C-ADF5-8C18-FA07-20A18729B7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6C81852-4A0B-BE9A-1BB9-97C98D4A8CC8}"/>
              </a:ext>
            </a:extLst>
          </p:cNvPr>
          <p:cNvSpPr>
            <a:spLocks noGrp="1"/>
          </p:cNvSpPr>
          <p:nvPr>
            <p:ph type="dt" sz="half" idx="10"/>
          </p:nvPr>
        </p:nvSpPr>
        <p:spPr/>
        <p:txBody>
          <a:bodyPr/>
          <a:lstStyle/>
          <a:p>
            <a:fld id="{62C604CD-8F93-48F4-9483-B10855755D13}" type="datetimeFigureOut">
              <a:rPr lang="en-US" smtClean="0"/>
              <a:t>4/28/2026</a:t>
            </a:fld>
            <a:endParaRPr lang="en-US"/>
          </a:p>
        </p:txBody>
      </p:sp>
      <p:sp>
        <p:nvSpPr>
          <p:cNvPr id="6" name="Footer Placeholder 5">
            <a:extLst>
              <a:ext uri="{FF2B5EF4-FFF2-40B4-BE49-F238E27FC236}">
                <a16:creationId xmlns:a16="http://schemas.microsoft.com/office/drawing/2014/main" id="{C7B628C7-4E19-C14A-D8EE-FA8A700FC5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1E02EF-5C39-3065-0A9D-2BF45D84FF07}"/>
              </a:ext>
            </a:extLst>
          </p:cNvPr>
          <p:cNvSpPr>
            <a:spLocks noGrp="1"/>
          </p:cNvSpPr>
          <p:nvPr>
            <p:ph type="sldNum" sz="quarter" idx="12"/>
          </p:nvPr>
        </p:nvSpPr>
        <p:spPr/>
        <p:txBody>
          <a:bodyPr/>
          <a:lstStyle/>
          <a:p>
            <a:fld id="{87147410-8680-4310-B0E3-46B2659A3B40}" type="slidenum">
              <a:rPr lang="en-US" smtClean="0"/>
              <a:t>‹#›</a:t>
            </a:fld>
            <a:endParaRPr lang="en-US"/>
          </a:p>
        </p:txBody>
      </p:sp>
    </p:spTree>
    <p:extLst>
      <p:ext uri="{BB962C8B-B14F-4D97-AF65-F5344CB8AC3E}">
        <p14:creationId xmlns:p14="http://schemas.microsoft.com/office/powerpoint/2010/main" val="403909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9B4FC-37C9-AD29-91C9-96503DD91C8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D509C7-65E8-7BCA-E7DD-8C31D1D7B6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BDDBD7-48C4-AD4A-43BC-ADE35E71DF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584F37-75E6-CBA5-BCFD-852D7FC9BA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B48FAD-0CCF-7E40-8B28-2DDA5FA9FB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F36EBF-326D-C359-43C9-E45860E82C78}"/>
              </a:ext>
            </a:extLst>
          </p:cNvPr>
          <p:cNvSpPr>
            <a:spLocks noGrp="1"/>
          </p:cNvSpPr>
          <p:nvPr>
            <p:ph type="dt" sz="half" idx="10"/>
          </p:nvPr>
        </p:nvSpPr>
        <p:spPr/>
        <p:txBody>
          <a:bodyPr/>
          <a:lstStyle/>
          <a:p>
            <a:fld id="{62C604CD-8F93-48F4-9483-B10855755D13}" type="datetimeFigureOut">
              <a:rPr lang="en-US" smtClean="0"/>
              <a:t>4/28/2026</a:t>
            </a:fld>
            <a:endParaRPr lang="en-US"/>
          </a:p>
        </p:txBody>
      </p:sp>
      <p:sp>
        <p:nvSpPr>
          <p:cNvPr id="8" name="Footer Placeholder 7">
            <a:extLst>
              <a:ext uri="{FF2B5EF4-FFF2-40B4-BE49-F238E27FC236}">
                <a16:creationId xmlns:a16="http://schemas.microsoft.com/office/drawing/2014/main" id="{6258B0E0-8188-BABA-6EF0-4952623933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945840-CF12-2DE7-DD1E-42E021C8ACB4}"/>
              </a:ext>
            </a:extLst>
          </p:cNvPr>
          <p:cNvSpPr>
            <a:spLocks noGrp="1"/>
          </p:cNvSpPr>
          <p:nvPr>
            <p:ph type="sldNum" sz="quarter" idx="12"/>
          </p:nvPr>
        </p:nvSpPr>
        <p:spPr/>
        <p:txBody>
          <a:bodyPr/>
          <a:lstStyle/>
          <a:p>
            <a:fld id="{87147410-8680-4310-B0E3-46B2659A3B40}" type="slidenum">
              <a:rPr lang="en-US" smtClean="0"/>
              <a:t>‹#›</a:t>
            </a:fld>
            <a:endParaRPr lang="en-US"/>
          </a:p>
        </p:txBody>
      </p:sp>
    </p:spTree>
    <p:extLst>
      <p:ext uri="{BB962C8B-B14F-4D97-AF65-F5344CB8AC3E}">
        <p14:creationId xmlns:p14="http://schemas.microsoft.com/office/powerpoint/2010/main" val="2262165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72DFA-1A8B-2301-A41E-1FA9456FBF6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579F0CB-6C46-0455-04EB-234EABC3E13C}"/>
              </a:ext>
            </a:extLst>
          </p:cNvPr>
          <p:cNvSpPr>
            <a:spLocks noGrp="1"/>
          </p:cNvSpPr>
          <p:nvPr>
            <p:ph type="dt" sz="half" idx="10"/>
          </p:nvPr>
        </p:nvSpPr>
        <p:spPr/>
        <p:txBody>
          <a:bodyPr/>
          <a:lstStyle/>
          <a:p>
            <a:fld id="{62C604CD-8F93-48F4-9483-B10855755D13}" type="datetimeFigureOut">
              <a:rPr lang="en-US" smtClean="0"/>
              <a:t>4/28/2026</a:t>
            </a:fld>
            <a:endParaRPr lang="en-US"/>
          </a:p>
        </p:txBody>
      </p:sp>
      <p:sp>
        <p:nvSpPr>
          <p:cNvPr id="4" name="Footer Placeholder 3">
            <a:extLst>
              <a:ext uri="{FF2B5EF4-FFF2-40B4-BE49-F238E27FC236}">
                <a16:creationId xmlns:a16="http://schemas.microsoft.com/office/drawing/2014/main" id="{2EFF6F2D-8355-43FC-4177-729953831E9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56B4B0-3A4F-281E-22D8-179E38AE2B53}"/>
              </a:ext>
            </a:extLst>
          </p:cNvPr>
          <p:cNvSpPr>
            <a:spLocks noGrp="1"/>
          </p:cNvSpPr>
          <p:nvPr>
            <p:ph type="sldNum" sz="quarter" idx="12"/>
          </p:nvPr>
        </p:nvSpPr>
        <p:spPr/>
        <p:txBody>
          <a:bodyPr/>
          <a:lstStyle/>
          <a:p>
            <a:fld id="{87147410-8680-4310-B0E3-46B2659A3B40}" type="slidenum">
              <a:rPr lang="en-US" smtClean="0"/>
              <a:t>‹#›</a:t>
            </a:fld>
            <a:endParaRPr lang="en-US"/>
          </a:p>
        </p:txBody>
      </p:sp>
    </p:spTree>
    <p:extLst>
      <p:ext uri="{BB962C8B-B14F-4D97-AF65-F5344CB8AC3E}">
        <p14:creationId xmlns:p14="http://schemas.microsoft.com/office/powerpoint/2010/main" val="755426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147DEB-A5F6-0CF4-638D-79C51EC011C0}"/>
              </a:ext>
            </a:extLst>
          </p:cNvPr>
          <p:cNvSpPr>
            <a:spLocks noGrp="1"/>
          </p:cNvSpPr>
          <p:nvPr>
            <p:ph type="dt" sz="half" idx="10"/>
          </p:nvPr>
        </p:nvSpPr>
        <p:spPr/>
        <p:txBody>
          <a:bodyPr/>
          <a:lstStyle/>
          <a:p>
            <a:fld id="{62C604CD-8F93-48F4-9483-B10855755D13}" type="datetimeFigureOut">
              <a:rPr lang="en-US" smtClean="0"/>
              <a:t>4/28/2026</a:t>
            </a:fld>
            <a:endParaRPr lang="en-US"/>
          </a:p>
        </p:txBody>
      </p:sp>
      <p:sp>
        <p:nvSpPr>
          <p:cNvPr id="3" name="Footer Placeholder 2">
            <a:extLst>
              <a:ext uri="{FF2B5EF4-FFF2-40B4-BE49-F238E27FC236}">
                <a16:creationId xmlns:a16="http://schemas.microsoft.com/office/drawing/2014/main" id="{B945862B-2F69-3A03-9353-A1F7C510FE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9BF13C-64B6-E556-3290-3D4889FD038F}"/>
              </a:ext>
            </a:extLst>
          </p:cNvPr>
          <p:cNvSpPr>
            <a:spLocks noGrp="1"/>
          </p:cNvSpPr>
          <p:nvPr>
            <p:ph type="sldNum" sz="quarter" idx="12"/>
          </p:nvPr>
        </p:nvSpPr>
        <p:spPr/>
        <p:txBody>
          <a:bodyPr/>
          <a:lstStyle/>
          <a:p>
            <a:fld id="{87147410-8680-4310-B0E3-46B2659A3B40}" type="slidenum">
              <a:rPr lang="en-US" smtClean="0"/>
              <a:t>‹#›</a:t>
            </a:fld>
            <a:endParaRPr lang="en-US"/>
          </a:p>
        </p:txBody>
      </p:sp>
    </p:spTree>
    <p:extLst>
      <p:ext uri="{BB962C8B-B14F-4D97-AF65-F5344CB8AC3E}">
        <p14:creationId xmlns:p14="http://schemas.microsoft.com/office/powerpoint/2010/main" val="2400182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52BBE-32C6-520A-9918-3DC16E0B52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CF9DE5-F237-5D0C-534C-54761A0EAC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C85BFA-12F9-50DC-C977-6F800A1AD7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67C124-B15E-B8B0-BCA9-CD17731EDC44}"/>
              </a:ext>
            </a:extLst>
          </p:cNvPr>
          <p:cNvSpPr>
            <a:spLocks noGrp="1"/>
          </p:cNvSpPr>
          <p:nvPr>
            <p:ph type="dt" sz="half" idx="10"/>
          </p:nvPr>
        </p:nvSpPr>
        <p:spPr/>
        <p:txBody>
          <a:bodyPr/>
          <a:lstStyle/>
          <a:p>
            <a:fld id="{62C604CD-8F93-48F4-9483-B10855755D13}" type="datetimeFigureOut">
              <a:rPr lang="en-US" smtClean="0"/>
              <a:t>4/28/2026</a:t>
            </a:fld>
            <a:endParaRPr lang="en-US"/>
          </a:p>
        </p:txBody>
      </p:sp>
      <p:sp>
        <p:nvSpPr>
          <p:cNvPr id="6" name="Footer Placeholder 5">
            <a:extLst>
              <a:ext uri="{FF2B5EF4-FFF2-40B4-BE49-F238E27FC236}">
                <a16:creationId xmlns:a16="http://schemas.microsoft.com/office/drawing/2014/main" id="{4E2DF96F-5C67-671B-62E5-CFD648F20F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732483-800F-FD1A-B0EF-E2B0D47DDD11}"/>
              </a:ext>
            </a:extLst>
          </p:cNvPr>
          <p:cNvSpPr>
            <a:spLocks noGrp="1"/>
          </p:cNvSpPr>
          <p:nvPr>
            <p:ph type="sldNum" sz="quarter" idx="12"/>
          </p:nvPr>
        </p:nvSpPr>
        <p:spPr/>
        <p:txBody>
          <a:bodyPr/>
          <a:lstStyle/>
          <a:p>
            <a:fld id="{87147410-8680-4310-B0E3-46B2659A3B40}" type="slidenum">
              <a:rPr lang="en-US" smtClean="0"/>
              <a:t>‹#›</a:t>
            </a:fld>
            <a:endParaRPr lang="en-US"/>
          </a:p>
        </p:txBody>
      </p:sp>
    </p:spTree>
    <p:extLst>
      <p:ext uri="{BB962C8B-B14F-4D97-AF65-F5344CB8AC3E}">
        <p14:creationId xmlns:p14="http://schemas.microsoft.com/office/powerpoint/2010/main" val="2289050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0EB0E-827D-D621-9D0B-78E23EC8F8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067F16-F475-C077-DDDB-3B51138DB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68A5AF-CB4D-E027-FDED-52C92A5245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8A02AE-0DA7-CA3B-9A6E-4B65333616CE}"/>
              </a:ext>
            </a:extLst>
          </p:cNvPr>
          <p:cNvSpPr>
            <a:spLocks noGrp="1"/>
          </p:cNvSpPr>
          <p:nvPr>
            <p:ph type="dt" sz="half" idx="10"/>
          </p:nvPr>
        </p:nvSpPr>
        <p:spPr/>
        <p:txBody>
          <a:bodyPr/>
          <a:lstStyle/>
          <a:p>
            <a:fld id="{62C604CD-8F93-48F4-9483-B10855755D13}" type="datetimeFigureOut">
              <a:rPr lang="en-US" smtClean="0"/>
              <a:t>4/28/2026</a:t>
            </a:fld>
            <a:endParaRPr lang="en-US"/>
          </a:p>
        </p:txBody>
      </p:sp>
      <p:sp>
        <p:nvSpPr>
          <p:cNvPr id="6" name="Footer Placeholder 5">
            <a:extLst>
              <a:ext uri="{FF2B5EF4-FFF2-40B4-BE49-F238E27FC236}">
                <a16:creationId xmlns:a16="http://schemas.microsoft.com/office/drawing/2014/main" id="{C48BD33C-D5F6-6A90-4FA4-A94CF7C8EF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1093E8-4292-34F0-DB75-DA4C69050627}"/>
              </a:ext>
            </a:extLst>
          </p:cNvPr>
          <p:cNvSpPr>
            <a:spLocks noGrp="1"/>
          </p:cNvSpPr>
          <p:nvPr>
            <p:ph type="sldNum" sz="quarter" idx="12"/>
          </p:nvPr>
        </p:nvSpPr>
        <p:spPr/>
        <p:txBody>
          <a:bodyPr/>
          <a:lstStyle/>
          <a:p>
            <a:fld id="{87147410-8680-4310-B0E3-46B2659A3B40}" type="slidenum">
              <a:rPr lang="en-US" smtClean="0"/>
              <a:t>‹#›</a:t>
            </a:fld>
            <a:endParaRPr lang="en-US"/>
          </a:p>
        </p:txBody>
      </p:sp>
    </p:spTree>
    <p:extLst>
      <p:ext uri="{BB962C8B-B14F-4D97-AF65-F5344CB8AC3E}">
        <p14:creationId xmlns:p14="http://schemas.microsoft.com/office/powerpoint/2010/main" val="1928111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1C926-53F0-9F54-B505-6B889D77B9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33DFE5F-0E02-A272-8C65-1B8D24E31A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1C2213-93A8-0449-DF78-06D388A9978A}"/>
              </a:ext>
            </a:extLst>
          </p:cNvPr>
          <p:cNvSpPr>
            <a:spLocks noGrp="1"/>
          </p:cNvSpPr>
          <p:nvPr>
            <p:ph type="dt" sz="half" idx="10"/>
          </p:nvPr>
        </p:nvSpPr>
        <p:spPr/>
        <p:txBody>
          <a:bodyPr/>
          <a:lstStyle/>
          <a:p>
            <a:fld id="{62C604CD-8F93-48F4-9483-B10855755D13}" type="datetimeFigureOut">
              <a:rPr lang="en-US" smtClean="0"/>
              <a:t>4/28/2026</a:t>
            </a:fld>
            <a:endParaRPr lang="en-US"/>
          </a:p>
        </p:txBody>
      </p:sp>
      <p:sp>
        <p:nvSpPr>
          <p:cNvPr id="5" name="Footer Placeholder 4">
            <a:extLst>
              <a:ext uri="{FF2B5EF4-FFF2-40B4-BE49-F238E27FC236}">
                <a16:creationId xmlns:a16="http://schemas.microsoft.com/office/drawing/2014/main" id="{027D1C52-FC0A-02EE-4301-8390EA1266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93EEA4-0396-F703-B0E9-489B0D69FFC2}"/>
              </a:ext>
            </a:extLst>
          </p:cNvPr>
          <p:cNvSpPr>
            <a:spLocks noGrp="1"/>
          </p:cNvSpPr>
          <p:nvPr>
            <p:ph type="sldNum" sz="quarter" idx="12"/>
          </p:nvPr>
        </p:nvSpPr>
        <p:spPr/>
        <p:txBody>
          <a:bodyPr/>
          <a:lstStyle/>
          <a:p>
            <a:fld id="{87147410-8680-4310-B0E3-46B2659A3B40}" type="slidenum">
              <a:rPr lang="en-US" smtClean="0"/>
              <a:t>‹#›</a:t>
            </a:fld>
            <a:endParaRPr lang="en-US"/>
          </a:p>
        </p:txBody>
      </p:sp>
    </p:spTree>
    <p:extLst>
      <p:ext uri="{BB962C8B-B14F-4D97-AF65-F5344CB8AC3E}">
        <p14:creationId xmlns:p14="http://schemas.microsoft.com/office/powerpoint/2010/main" val="2726415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12805F-42CD-4997-3B1C-B12B25A0126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B964EA-BCAB-6437-498A-18947BDE87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D405D1-E1A3-74A9-49A4-47FC643076F1}"/>
              </a:ext>
            </a:extLst>
          </p:cNvPr>
          <p:cNvSpPr>
            <a:spLocks noGrp="1"/>
          </p:cNvSpPr>
          <p:nvPr>
            <p:ph type="dt" sz="half" idx="10"/>
          </p:nvPr>
        </p:nvSpPr>
        <p:spPr/>
        <p:txBody>
          <a:bodyPr/>
          <a:lstStyle/>
          <a:p>
            <a:fld id="{62C604CD-8F93-48F4-9483-B10855755D13}" type="datetimeFigureOut">
              <a:rPr lang="en-US" smtClean="0"/>
              <a:t>4/28/2026</a:t>
            </a:fld>
            <a:endParaRPr lang="en-US"/>
          </a:p>
        </p:txBody>
      </p:sp>
      <p:sp>
        <p:nvSpPr>
          <p:cNvPr id="5" name="Footer Placeholder 4">
            <a:extLst>
              <a:ext uri="{FF2B5EF4-FFF2-40B4-BE49-F238E27FC236}">
                <a16:creationId xmlns:a16="http://schemas.microsoft.com/office/drawing/2014/main" id="{4883B2F3-AF7F-19BF-D2A7-6C8A292F2E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04BA6E-925F-0F59-5378-8A196E9DEE93}"/>
              </a:ext>
            </a:extLst>
          </p:cNvPr>
          <p:cNvSpPr>
            <a:spLocks noGrp="1"/>
          </p:cNvSpPr>
          <p:nvPr>
            <p:ph type="sldNum" sz="quarter" idx="12"/>
          </p:nvPr>
        </p:nvSpPr>
        <p:spPr/>
        <p:txBody>
          <a:bodyPr/>
          <a:lstStyle/>
          <a:p>
            <a:fld id="{87147410-8680-4310-B0E3-46B2659A3B40}" type="slidenum">
              <a:rPr lang="en-US" smtClean="0"/>
              <a:t>‹#›</a:t>
            </a:fld>
            <a:endParaRPr lang="en-US"/>
          </a:p>
        </p:txBody>
      </p:sp>
    </p:spTree>
    <p:extLst>
      <p:ext uri="{BB962C8B-B14F-4D97-AF65-F5344CB8AC3E}">
        <p14:creationId xmlns:p14="http://schemas.microsoft.com/office/powerpoint/2010/main" val="3644992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536D5E-5ED8-044F-038B-F6133A2348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0EBC85D-00F8-AD3E-347E-48F8C1BAFC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EB316E-1B5C-8EBF-F6C3-53E0F9458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2C604CD-8F93-48F4-9483-B10855755D13}" type="datetimeFigureOut">
              <a:rPr lang="en-US" smtClean="0"/>
              <a:t>4/28/2026</a:t>
            </a:fld>
            <a:endParaRPr lang="en-US"/>
          </a:p>
        </p:txBody>
      </p:sp>
      <p:sp>
        <p:nvSpPr>
          <p:cNvPr id="5" name="Footer Placeholder 4">
            <a:extLst>
              <a:ext uri="{FF2B5EF4-FFF2-40B4-BE49-F238E27FC236}">
                <a16:creationId xmlns:a16="http://schemas.microsoft.com/office/drawing/2014/main" id="{FFCFECD6-55F2-C32D-C34D-DDFECAE385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8A6C34-B0A6-433A-50AB-7AB8BB1616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147410-8680-4310-B0E3-46B2659A3B40}" type="slidenum">
              <a:rPr lang="en-US" smtClean="0"/>
              <a:t>‹#›</a:t>
            </a:fld>
            <a:endParaRPr lang="en-US"/>
          </a:p>
        </p:txBody>
      </p:sp>
    </p:spTree>
    <p:extLst>
      <p:ext uri="{BB962C8B-B14F-4D97-AF65-F5344CB8AC3E}">
        <p14:creationId xmlns:p14="http://schemas.microsoft.com/office/powerpoint/2010/main" val="19210711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nalyzing medical x-ray results">
            <a:extLst>
              <a:ext uri="{FF2B5EF4-FFF2-40B4-BE49-F238E27FC236}">
                <a16:creationId xmlns:a16="http://schemas.microsoft.com/office/drawing/2014/main" id="{85E09E21-0679-1C41-7506-8F776870E3AF}"/>
              </a:ext>
            </a:extLst>
          </p:cNvPr>
          <p:cNvPicPr>
            <a:picLocks noChangeAspect="1"/>
          </p:cNvPicPr>
          <p:nvPr/>
        </p:nvPicPr>
        <p:blipFill>
          <a:blip r:embed="rId2">
            <a:alphaModFix/>
          </a:blip>
          <a:srcRect t="15730"/>
          <a:stretch>
            <a:fillRect/>
          </a:stretch>
        </p:blipFill>
        <p:spPr>
          <a:xfrm>
            <a:off x="20" y="10"/>
            <a:ext cx="12191979" cy="6857990"/>
          </a:xfrm>
          <a:prstGeom prst="rect">
            <a:avLst/>
          </a:prstGeom>
        </p:spPr>
      </p:pic>
      <p:sp>
        <p:nvSpPr>
          <p:cNvPr id="9" name="Rectangle 8">
            <a:extLst>
              <a:ext uri="{FF2B5EF4-FFF2-40B4-BE49-F238E27FC236}">
                <a16:creationId xmlns:a16="http://schemas.microsoft.com/office/drawing/2014/main" id="{EB0222B5-B739-82A9-5CCC-C5585AE12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44663" y="-4344657"/>
            <a:ext cx="3512260" cy="12201589"/>
          </a:xfrm>
          <a:prstGeom prst="rect">
            <a:avLst/>
          </a:prstGeom>
          <a:gradFill flip="none" rotWithShape="1">
            <a:gsLst>
              <a:gs pos="10000">
                <a:srgbClr val="000000">
                  <a:alpha val="0"/>
                </a:srgbClr>
              </a:gs>
              <a:gs pos="66000">
                <a:srgbClr val="000000">
                  <a:alpha val="46000"/>
                </a:srgbClr>
              </a:gs>
              <a:gs pos="100000">
                <a:srgbClr val="000000">
                  <a:alpha val="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95C2F4-695C-2B94-5699-845740635DC0}"/>
              </a:ext>
            </a:extLst>
          </p:cNvPr>
          <p:cNvSpPr>
            <a:spLocks noGrp="1"/>
          </p:cNvSpPr>
          <p:nvPr>
            <p:ph type="ctrTitle"/>
          </p:nvPr>
        </p:nvSpPr>
        <p:spPr>
          <a:xfrm>
            <a:off x="762000" y="1137434"/>
            <a:ext cx="7800660" cy="1520987"/>
          </a:xfrm>
        </p:spPr>
        <p:txBody>
          <a:bodyPr anchor="t">
            <a:normAutofit/>
          </a:bodyPr>
          <a:lstStyle/>
          <a:p>
            <a:pPr algn="l"/>
            <a:r>
              <a:rPr lang="en-US" sz="4000">
                <a:solidFill>
                  <a:srgbClr val="FFFFFF"/>
                </a:solidFill>
              </a:rPr>
              <a:t>Predicting Health Insurance Costs</a:t>
            </a:r>
          </a:p>
        </p:txBody>
      </p:sp>
      <p:sp>
        <p:nvSpPr>
          <p:cNvPr id="11" name="Rectangle 10">
            <a:extLst>
              <a:ext uri="{FF2B5EF4-FFF2-40B4-BE49-F238E27FC236}">
                <a16:creationId xmlns:a16="http://schemas.microsoft.com/office/drawing/2014/main" id="{5BE23E75-E7E9-4D9F-6D25-5512363F8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78570" y="-449383"/>
            <a:ext cx="2425271" cy="12201588"/>
          </a:xfrm>
          <a:prstGeom prst="rect">
            <a:avLst/>
          </a:prstGeom>
          <a:gradFill flip="none" rotWithShape="1">
            <a:gsLst>
              <a:gs pos="10000">
                <a:srgbClr val="000000">
                  <a:alpha val="0"/>
                </a:srgbClr>
              </a:gs>
              <a:gs pos="66000">
                <a:srgbClr val="000000">
                  <a:alpha val="35000"/>
                </a:srgbClr>
              </a:gs>
              <a:gs pos="100000">
                <a:srgbClr val="000000">
                  <a:alpha val="4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F59CB623-CECF-072D-2191-3F722D34B313}"/>
              </a:ext>
            </a:extLst>
          </p:cNvPr>
          <p:cNvSpPr>
            <a:spLocks noGrp="1"/>
          </p:cNvSpPr>
          <p:nvPr>
            <p:ph type="subTitle" idx="1"/>
          </p:nvPr>
        </p:nvSpPr>
        <p:spPr>
          <a:xfrm>
            <a:off x="838200" y="4293441"/>
            <a:ext cx="6295332" cy="1588514"/>
          </a:xfrm>
        </p:spPr>
        <p:txBody>
          <a:bodyPr anchor="b">
            <a:normAutofit/>
          </a:bodyPr>
          <a:lstStyle/>
          <a:p>
            <a:pPr algn="l"/>
            <a:r>
              <a:rPr lang="en-US" sz="1800">
                <a:solidFill>
                  <a:srgbClr val="FFFFFF"/>
                </a:solidFill>
              </a:rPr>
              <a:t>Ethan Wimmer</a:t>
            </a:r>
          </a:p>
        </p:txBody>
      </p:sp>
      <p:cxnSp>
        <p:nvCxnSpPr>
          <p:cNvPr id="13" name="Straight Connector 12">
            <a:extLst>
              <a:ext uri="{FF2B5EF4-FFF2-40B4-BE49-F238E27FC236}">
                <a16:creationId xmlns:a16="http://schemas.microsoft.com/office/drawing/2014/main" id="{61B115DB-65EB-3FC3-7284-CFDF4ADC60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5627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4E0C5-C697-4033-A6B0-A38D6EE5F39C}"/>
              </a:ext>
            </a:extLst>
          </p:cNvPr>
          <p:cNvSpPr>
            <a:spLocks noGrp="1"/>
          </p:cNvSpPr>
          <p:nvPr>
            <p:ph type="title"/>
          </p:nvPr>
        </p:nvSpPr>
        <p:spPr>
          <a:xfrm>
            <a:off x="5868557" y="1138036"/>
            <a:ext cx="5444382" cy="1402470"/>
          </a:xfrm>
        </p:spPr>
        <p:txBody>
          <a:bodyPr anchor="t">
            <a:normAutofit/>
          </a:bodyPr>
          <a:lstStyle/>
          <a:p>
            <a:r>
              <a:rPr lang="en-US" sz="3200"/>
              <a:t>Introduction</a:t>
            </a:r>
          </a:p>
        </p:txBody>
      </p:sp>
      <p:pic>
        <p:nvPicPr>
          <p:cNvPr id="6" name="Picture 5" descr="An image of a stethoscope within a blue background">
            <a:extLst>
              <a:ext uri="{FF2B5EF4-FFF2-40B4-BE49-F238E27FC236}">
                <a16:creationId xmlns:a16="http://schemas.microsoft.com/office/drawing/2014/main" id="{22C30E12-4A41-B031-8465-A57B3302983A}"/>
              </a:ext>
            </a:extLst>
          </p:cNvPr>
          <p:cNvPicPr>
            <a:picLocks noChangeAspect="1"/>
          </p:cNvPicPr>
          <p:nvPr/>
        </p:nvPicPr>
        <p:blipFill>
          <a:blip r:embed="rId2"/>
          <a:srcRect l="46295"/>
          <a:stretch>
            <a:fillRect/>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0BAB041-687D-0BFB-A3FD-57710ABC33BF}"/>
              </a:ext>
            </a:extLst>
          </p:cNvPr>
          <p:cNvSpPr>
            <a:spLocks noGrp="1"/>
          </p:cNvSpPr>
          <p:nvPr>
            <p:ph idx="1"/>
          </p:nvPr>
        </p:nvSpPr>
        <p:spPr>
          <a:xfrm>
            <a:off x="5868557" y="2551176"/>
            <a:ext cx="5444382" cy="3591207"/>
          </a:xfrm>
        </p:spPr>
        <p:txBody>
          <a:bodyPr>
            <a:normAutofit/>
          </a:bodyPr>
          <a:lstStyle/>
          <a:p>
            <a:r>
              <a:rPr lang="en-US" sz="2000"/>
              <a:t>Healthcare is a complex issue in the United States as insurance costs vary widely between individuals</a:t>
            </a:r>
          </a:p>
          <a:p>
            <a:r>
              <a:rPr lang="en-US" sz="2000"/>
              <a:t>Understanding driving factors for these costs is useful information for both the insurance provider and policyholder</a:t>
            </a:r>
          </a:p>
          <a:p>
            <a:r>
              <a:rPr lang="en-US" sz="2000"/>
              <a:t>Insurers can improve business strategies and assess possible risks</a:t>
            </a:r>
          </a:p>
          <a:p>
            <a:r>
              <a:rPr lang="en-US" sz="2000"/>
              <a:t>Individuals are given insight on how demographics and lifestyle factors influence insurance charges.</a:t>
            </a:r>
          </a:p>
          <a:p>
            <a:endParaRPr lang="en-US" sz="2000"/>
          </a:p>
        </p:txBody>
      </p:sp>
    </p:spTree>
    <p:extLst>
      <p:ext uri="{BB962C8B-B14F-4D97-AF65-F5344CB8AC3E}">
        <p14:creationId xmlns:p14="http://schemas.microsoft.com/office/powerpoint/2010/main" val="3107289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3EB6A9-6F25-B3A7-9E18-550B8644697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4FA545-27AD-1E08-5648-776A7B23C9B7}"/>
              </a:ext>
            </a:extLst>
          </p:cNvPr>
          <p:cNvSpPr>
            <a:spLocks noGrp="1"/>
          </p:cNvSpPr>
          <p:nvPr>
            <p:ph type="title"/>
          </p:nvPr>
        </p:nvSpPr>
        <p:spPr>
          <a:xfrm>
            <a:off x="1043631" y="809898"/>
            <a:ext cx="9942716" cy="1554480"/>
          </a:xfrm>
        </p:spPr>
        <p:txBody>
          <a:bodyPr anchor="ctr">
            <a:normAutofit/>
          </a:bodyPr>
          <a:lstStyle/>
          <a:p>
            <a:r>
              <a:rPr lang="en-US" sz="4800"/>
              <a:t>Introduction</a:t>
            </a:r>
          </a:p>
        </p:txBody>
      </p:sp>
      <p:sp>
        <p:nvSpPr>
          <p:cNvPr id="3" name="Content Placeholder 2">
            <a:extLst>
              <a:ext uri="{FF2B5EF4-FFF2-40B4-BE49-F238E27FC236}">
                <a16:creationId xmlns:a16="http://schemas.microsoft.com/office/drawing/2014/main" id="{8469D4C1-DD01-656D-F907-96698ADDA6C1}"/>
              </a:ext>
            </a:extLst>
          </p:cNvPr>
          <p:cNvSpPr>
            <a:spLocks noGrp="1"/>
          </p:cNvSpPr>
          <p:nvPr>
            <p:ph idx="1"/>
          </p:nvPr>
        </p:nvSpPr>
        <p:spPr>
          <a:xfrm>
            <a:off x="1045028" y="3017522"/>
            <a:ext cx="9941319" cy="3124658"/>
          </a:xfrm>
        </p:spPr>
        <p:txBody>
          <a:bodyPr anchor="ctr">
            <a:normAutofit/>
          </a:bodyPr>
          <a:lstStyle/>
          <a:p>
            <a:r>
              <a:rPr lang="en-US" sz="2400"/>
              <a:t>This project studies the relationship between six characteristics and how they interact with insurance expenses</a:t>
            </a:r>
          </a:p>
          <a:p>
            <a:r>
              <a:rPr lang="en-US" sz="2400"/>
              <a:t>Based on these predictors alone, the goal of this project is to determine how accurately charges can be predicted</a:t>
            </a:r>
          </a:p>
          <a:p>
            <a:r>
              <a:rPr lang="en-US" sz="2400"/>
              <a:t> This will be done using statistical and machine learning models such as regression, decision trees, and random forests</a:t>
            </a:r>
          </a:p>
          <a:p>
            <a:r>
              <a:rPr lang="en-US" sz="2400"/>
              <a:t>Identifying patterns will help improve pricing transparency and highlight the importance of lifestyle factors</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94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BBE6F7-B432-3793-407A-E764C8E67F5F}"/>
              </a:ext>
            </a:extLst>
          </p:cNvPr>
          <p:cNvSpPr>
            <a:spLocks noGrp="1"/>
          </p:cNvSpPr>
          <p:nvPr>
            <p:ph type="title"/>
          </p:nvPr>
        </p:nvSpPr>
        <p:spPr>
          <a:xfrm>
            <a:off x="808638" y="386930"/>
            <a:ext cx="9236700" cy="1188950"/>
          </a:xfrm>
        </p:spPr>
        <p:txBody>
          <a:bodyPr anchor="b">
            <a:normAutofit/>
          </a:bodyPr>
          <a:lstStyle/>
          <a:p>
            <a:r>
              <a:rPr lang="en-US" sz="5400"/>
              <a:t>Background</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FCCA62E-7715-7C0F-4ECE-A1CEF9BE186E}"/>
              </a:ext>
            </a:extLst>
          </p:cNvPr>
          <p:cNvSpPr>
            <a:spLocks noGrp="1"/>
          </p:cNvSpPr>
          <p:nvPr>
            <p:ph idx="1"/>
          </p:nvPr>
        </p:nvSpPr>
        <p:spPr>
          <a:xfrm>
            <a:off x="793660" y="2599509"/>
            <a:ext cx="10143668" cy="3435531"/>
          </a:xfrm>
        </p:spPr>
        <p:txBody>
          <a:bodyPr anchor="ctr">
            <a:normAutofit/>
          </a:bodyPr>
          <a:lstStyle/>
          <a:p>
            <a:r>
              <a:rPr lang="en-US" sz="2400"/>
              <a:t>Predicting healthcare insurance charges has been well studied in statistics and health economics</a:t>
            </a:r>
          </a:p>
          <a:p>
            <a:r>
              <a:rPr lang="en-US" sz="2400"/>
              <a:t>Regression models are commonly used with insurance companies to estimate individual risk and determine pricing</a:t>
            </a:r>
          </a:p>
          <a:p>
            <a:r>
              <a:rPr lang="en-US" sz="2400"/>
              <a:t> In many cases, regression is used as a baseline as it is very interpretable and can quantify relationships</a:t>
            </a:r>
          </a:p>
          <a:p>
            <a:endParaRPr lang="en-US" sz="2400"/>
          </a:p>
        </p:txBody>
      </p:sp>
    </p:spTree>
    <p:extLst>
      <p:ext uri="{BB962C8B-B14F-4D97-AF65-F5344CB8AC3E}">
        <p14:creationId xmlns:p14="http://schemas.microsoft.com/office/powerpoint/2010/main" val="8633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DDCD87-0A61-F887-FB38-4F37DAE1ABAF}"/>
              </a:ext>
            </a:extLst>
          </p:cNvPr>
          <p:cNvSpPr>
            <a:spLocks noGrp="1"/>
          </p:cNvSpPr>
          <p:nvPr>
            <p:ph type="title"/>
          </p:nvPr>
        </p:nvSpPr>
        <p:spPr>
          <a:xfrm>
            <a:off x="1282963" y="1238080"/>
            <a:ext cx="9849751" cy="1349671"/>
          </a:xfrm>
        </p:spPr>
        <p:txBody>
          <a:bodyPr anchor="b">
            <a:normAutofit/>
          </a:bodyPr>
          <a:lstStyle/>
          <a:p>
            <a:r>
              <a:rPr lang="en-US" sz="5400"/>
              <a:t>Background</a:t>
            </a:r>
          </a:p>
        </p:txBody>
      </p:sp>
      <p:sp>
        <p:nvSpPr>
          <p:cNvPr id="3" name="Content Placeholder 2">
            <a:extLst>
              <a:ext uri="{FF2B5EF4-FFF2-40B4-BE49-F238E27FC236}">
                <a16:creationId xmlns:a16="http://schemas.microsoft.com/office/drawing/2014/main" id="{858D28E2-73E2-7B11-0AD6-05C2D24BC134}"/>
              </a:ext>
            </a:extLst>
          </p:cNvPr>
          <p:cNvSpPr>
            <a:spLocks noGrp="1"/>
          </p:cNvSpPr>
          <p:nvPr>
            <p:ph idx="1"/>
          </p:nvPr>
        </p:nvSpPr>
        <p:spPr>
          <a:xfrm>
            <a:off x="1289304" y="2902913"/>
            <a:ext cx="9849751" cy="3032168"/>
          </a:xfrm>
        </p:spPr>
        <p:txBody>
          <a:bodyPr anchor="ctr">
            <a:normAutofit/>
          </a:bodyPr>
          <a:lstStyle/>
          <a:p>
            <a:r>
              <a:rPr lang="en-US" sz="2000"/>
              <a:t>Prior studies of cost data have consistently identified certain variables as strong predictors for insurance charges</a:t>
            </a:r>
          </a:p>
          <a:p>
            <a:r>
              <a:rPr lang="en-US" sz="2000"/>
              <a:t>More specifically, smokers often suffer significantly higher charges compared to those who don't smoke</a:t>
            </a:r>
          </a:p>
          <a:p>
            <a:r>
              <a:rPr lang="en-US" sz="2000"/>
              <a:t>Similarly, age and BMI are frequently identified as important factors because of their health risks and long-term costs</a:t>
            </a:r>
          </a:p>
          <a:p>
            <a:endParaRPr lang="en-US" sz="2000"/>
          </a:p>
        </p:txBody>
      </p:sp>
    </p:spTree>
    <p:extLst>
      <p:ext uri="{BB962C8B-B14F-4D97-AF65-F5344CB8AC3E}">
        <p14:creationId xmlns:p14="http://schemas.microsoft.com/office/powerpoint/2010/main" val="2323805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243E14-E6B0-8F78-E936-0E7A7FE14E1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CA8D27-99AC-9AD4-35AB-136415D9D950}"/>
              </a:ext>
            </a:extLst>
          </p:cNvPr>
          <p:cNvSpPr>
            <a:spLocks noGrp="1"/>
          </p:cNvSpPr>
          <p:nvPr>
            <p:ph type="title"/>
          </p:nvPr>
        </p:nvSpPr>
        <p:spPr>
          <a:xfrm>
            <a:off x="1043631" y="809898"/>
            <a:ext cx="9942716" cy="1554480"/>
          </a:xfrm>
        </p:spPr>
        <p:txBody>
          <a:bodyPr anchor="ctr">
            <a:normAutofit/>
          </a:bodyPr>
          <a:lstStyle/>
          <a:p>
            <a:r>
              <a:rPr lang="en-US" sz="4800"/>
              <a:t>Background</a:t>
            </a:r>
          </a:p>
        </p:txBody>
      </p:sp>
      <p:sp>
        <p:nvSpPr>
          <p:cNvPr id="3" name="Content Placeholder 2">
            <a:extLst>
              <a:ext uri="{FF2B5EF4-FFF2-40B4-BE49-F238E27FC236}">
                <a16:creationId xmlns:a16="http://schemas.microsoft.com/office/drawing/2014/main" id="{96D672F0-B7C5-A29E-A4F3-E9964BFF3764}"/>
              </a:ext>
            </a:extLst>
          </p:cNvPr>
          <p:cNvSpPr>
            <a:spLocks noGrp="1"/>
          </p:cNvSpPr>
          <p:nvPr>
            <p:ph idx="1"/>
          </p:nvPr>
        </p:nvSpPr>
        <p:spPr>
          <a:xfrm>
            <a:off x="1045028" y="3017522"/>
            <a:ext cx="9941319" cy="3124658"/>
          </a:xfrm>
        </p:spPr>
        <p:txBody>
          <a:bodyPr anchor="ctr">
            <a:normAutofit/>
          </a:bodyPr>
          <a:lstStyle/>
          <a:p>
            <a:r>
              <a:rPr lang="en-US" sz="2400"/>
              <a:t>Other than linear models, more recent work has explored models like decision trees, random forests, and gradient boosting</a:t>
            </a:r>
          </a:p>
          <a:p>
            <a:r>
              <a:rPr lang="en-US" sz="2400"/>
              <a:t>This project builds on existing approaches by comparing traditional methods and models with a combined structure</a:t>
            </a:r>
          </a:p>
          <a:p>
            <a:r>
              <a:rPr lang="en-US" sz="2400"/>
              <a:t> Therefore, the goal is not to only identify the most accurate models, but also understand how choosing different models affects interpretation</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2003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972F51-5AFB-F3C6-375B-7F72D56FAAE0}"/>
              </a:ext>
            </a:extLst>
          </p:cNvPr>
          <p:cNvSpPr>
            <a:spLocks noGrp="1"/>
          </p:cNvSpPr>
          <p:nvPr>
            <p:ph type="title"/>
          </p:nvPr>
        </p:nvSpPr>
        <p:spPr>
          <a:xfrm>
            <a:off x="808638" y="386930"/>
            <a:ext cx="9236700" cy="1188950"/>
          </a:xfrm>
        </p:spPr>
        <p:txBody>
          <a:bodyPr anchor="b">
            <a:normAutofit/>
          </a:bodyPr>
          <a:lstStyle/>
          <a:p>
            <a:r>
              <a:rPr lang="en-US" sz="5400"/>
              <a:t>Dataset</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3" name="Rectangle 12">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F5CDEF5-B22E-6C13-AF52-C6C970E501DD}"/>
              </a:ext>
            </a:extLst>
          </p:cNvPr>
          <p:cNvSpPr>
            <a:spLocks noGrp="1"/>
          </p:cNvSpPr>
          <p:nvPr>
            <p:ph idx="1"/>
          </p:nvPr>
        </p:nvSpPr>
        <p:spPr>
          <a:xfrm>
            <a:off x="793660" y="2599509"/>
            <a:ext cx="10143668" cy="3435531"/>
          </a:xfrm>
        </p:spPr>
        <p:txBody>
          <a:bodyPr anchor="ctr">
            <a:normAutofit/>
          </a:bodyPr>
          <a:lstStyle/>
          <a:p>
            <a:r>
              <a:rPr lang="en-US" sz="2400"/>
              <a:t>The data set used for this analysis was obtained from Kaggle and is publicly available</a:t>
            </a:r>
          </a:p>
          <a:p>
            <a:r>
              <a:rPr lang="en-US" sz="2400"/>
              <a:t>The data represents a simplified sample of people with basic demographics and health attributes</a:t>
            </a:r>
          </a:p>
          <a:p>
            <a:r>
              <a:rPr lang="en-US" sz="2400"/>
              <a:t>In total, the data set contains a total of 1,338 observations with 7 variables</a:t>
            </a:r>
          </a:p>
          <a:p>
            <a:r>
              <a:rPr lang="en-US" sz="2400"/>
              <a:t>The data set is a mix of continuous and categorical variables making it flexible for a variety of methods</a:t>
            </a:r>
          </a:p>
          <a:p>
            <a:endParaRPr lang="en-US" sz="2400"/>
          </a:p>
        </p:txBody>
      </p:sp>
    </p:spTree>
    <p:extLst>
      <p:ext uri="{BB962C8B-B14F-4D97-AF65-F5344CB8AC3E}">
        <p14:creationId xmlns:p14="http://schemas.microsoft.com/office/powerpoint/2010/main" val="1692581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ED042-920A-63A4-47D7-4078017F78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1F71AE-549B-B673-9242-391EED7E9548}"/>
              </a:ext>
            </a:extLst>
          </p:cNvPr>
          <p:cNvSpPr>
            <a:spLocks noGrp="1"/>
          </p:cNvSpPr>
          <p:nvPr>
            <p:ph type="title"/>
          </p:nvPr>
        </p:nvSpPr>
        <p:spPr/>
        <p:txBody>
          <a:bodyPr/>
          <a:lstStyle/>
          <a:p>
            <a:r>
              <a:rPr lang="en-US" dirty="0"/>
              <a:t>Dataset</a:t>
            </a:r>
          </a:p>
        </p:txBody>
      </p:sp>
      <p:graphicFrame>
        <p:nvGraphicFramePr>
          <p:cNvPr id="5" name="Content Placeholder 2">
            <a:extLst>
              <a:ext uri="{FF2B5EF4-FFF2-40B4-BE49-F238E27FC236}">
                <a16:creationId xmlns:a16="http://schemas.microsoft.com/office/drawing/2014/main" id="{E299FBEF-5D1F-E38A-AC74-DBA9EDF9CC02}"/>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59299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7E2131-57CA-8000-E4CA-302F47DC4BA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F35A7C-F235-3CE9-4528-6BF70FEDDC8A}"/>
              </a:ext>
            </a:extLst>
          </p:cNvPr>
          <p:cNvSpPr>
            <a:spLocks noGrp="1"/>
          </p:cNvSpPr>
          <p:nvPr>
            <p:ph type="title"/>
          </p:nvPr>
        </p:nvSpPr>
        <p:spPr>
          <a:xfrm>
            <a:off x="1282963" y="1238080"/>
            <a:ext cx="9849751" cy="1349671"/>
          </a:xfrm>
        </p:spPr>
        <p:txBody>
          <a:bodyPr anchor="b">
            <a:normAutofit/>
          </a:bodyPr>
          <a:lstStyle/>
          <a:p>
            <a:r>
              <a:rPr lang="en-US" sz="5400"/>
              <a:t>Dataset</a:t>
            </a:r>
          </a:p>
        </p:txBody>
      </p:sp>
      <p:sp>
        <p:nvSpPr>
          <p:cNvPr id="3" name="Content Placeholder 2">
            <a:extLst>
              <a:ext uri="{FF2B5EF4-FFF2-40B4-BE49-F238E27FC236}">
                <a16:creationId xmlns:a16="http://schemas.microsoft.com/office/drawing/2014/main" id="{14F4A2EB-7DED-84A0-2D69-40310674E3EE}"/>
              </a:ext>
            </a:extLst>
          </p:cNvPr>
          <p:cNvSpPr>
            <a:spLocks noGrp="1"/>
          </p:cNvSpPr>
          <p:nvPr>
            <p:ph idx="1"/>
          </p:nvPr>
        </p:nvSpPr>
        <p:spPr>
          <a:xfrm>
            <a:off x="1289304" y="2902913"/>
            <a:ext cx="9849751" cy="3032168"/>
          </a:xfrm>
        </p:spPr>
        <p:txBody>
          <a:bodyPr anchor="ctr">
            <a:normAutofit/>
          </a:bodyPr>
          <a:lstStyle/>
          <a:p>
            <a:r>
              <a:rPr lang="en-US" sz="2000"/>
              <a:t>One limitation with this data is the small number of variables</a:t>
            </a:r>
          </a:p>
          <a:p>
            <a:r>
              <a:rPr lang="en-US" sz="2000"/>
              <a:t> This means important factors in determining costs may be excluded</a:t>
            </a:r>
          </a:p>
          <a:p>
            <a:r>
              <a:rPr lang="en-US" sz="2000"/>
              <a:t> These may be factors that are hard to publicly access, like medical condition, income level, and access to healthcare</a:t>
            </a:r>
          </a:p>
          <a:p>
            <a:r>
              <a:rPr lang="en-US" sz="2000"/>
              <a:t> Second, the data is likely a simplified sample that may not fully capture real world complexity</a:t>
            </a:r>
          </a:p>
          <a:p>
            <a:r>
              <a:rPr lang="en-US" sz="2000"/>
              <a:t> Finally, the potential for outliers will be considered carefully as to not influence model performance</a:t>
            </a:r>
          </a:p>
          <a:p>
            <a:pPr marL="0" indent="0">
              <a:buNone/>
            </a:pPr>
            <a:endParaRPr lang="en-US" sz="2000"/>
          </a:p>
        </p:txBody>
      </p:sp>
    </p:spTree>
    <p:extLst>
      <p:ext uri="{BB962C8B-B14F-4D97-AF65-F5344CB8AC3E}">
        <p14:creationId xmlns:p14="http://schemas.microsoft.com/office/powerpoint/2010/main" val="3172119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B209AB-68BD-DAB5-F53C-323934C7F7C5}"/>
              </a:ext>
            </a:extLst>
          </p:cNvPr>
          <p:cNvSpPr>
            <a:spLocks noGrp="1"/>
          </p:cNvSpPr>
          <p:nvPr>
            <p:ph type="title"/>
          </p:nvPr>
        </p:nvSpPr>
        <p:spPr>
          <a:xfrm>
            <a:off x="1043631" y="809898"/>
            <a:ext cx="9942716" cy="1554480"/>
          </a:xfrm>
        </p:spPr>
        <p:txBody>
          <a:bodyPr anchor="ctr">
            <a:normAutofit/>
          </a:bodyPr>
          <a:lstStyle/>
          <a:p>
            <a:r>
              <a:rPr lang="en-US" sz="4800"/>
              <a:t>Data Preparation</a:t>
            </a:r>
          </a:p>
        </p:txBody>
      </p:sp>
      <p:sp>
        <p:nvSpPr>
          <p:cNvPr id="3" name="Content Placeholder 2">
            <a:extLst>
              <a:ext uri="{FF2B5EF4-FFF2-40B4-BE49-F238E27FC236}">
                <a16:creationId xmlns:a16="http://schemas.microsoft.com/office/drawing/2014/main" id="{E596F403-E3BB-779A-5AD3-CBE7E3888987}"/>
              </a:ext>
            </a:extLst>
          </p:cNvPr>
          <p:cNvSpPr>
            <a:spLocks noGrp="1"/>
          </p:cNvSpPr>
          <p:nvPr>
            <p:ph idx="1"/>
          </p:nvPr>
        </p:nvSpPr>
        <p:spPr>
          <a:xfrm>
            <a:off x="1045028" y="3017522"/>
            <a:ext cx="9941319" cy="3124658"/>
          </a:xfrm>
        </p:spPr>
        <p:txBody>
          <a:bodyPr anchor="ctr">
            <a:normAutofit/>
          </a:bodyPr>
          <a:lstStyle/>
          <a:p>
            <a:r>
              <a:rPr lang="en-US" sz="2200"/>
              <a:t>The data set was examined for any missing or inconsistent values</a:t>
            </a:r>
          </a:p>
          <a:p>
            <a:r>
              <a:rPr lang="en-US" sz="2200"/>
              <a:t> No missing or duplicate values were identified in any of the variables, so no observations were excluded</a:t>
            </a:r>
          </a:p>
          <a:p>
            <a:r>
              <a:rPr lang="en-US" sz="2200"/>
              <a:t> Likewise, all variable ranges and categories were confirmed to be consistent meaning all entries were usable for analysis.</a:t>
            </a:r>
          </a:p>
          <a:p>
            <a:r>
              <a:rPr lang="en-US" sz="2200"/>
              <a:t>Next, all categorical variables were converted into factors</a:t>
            </a:r>
          </a:p>
          <a:p>
            <a:r>
              <a:rPr lang="en-US" sz="2200"/>
              <a:t> This allows regression-based models to automatically create dummy variables</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0770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6CD1C9-A55E-CE57-3D0B-848A8CB2D0CD}"/>
              </a:ext>
            </a:extLst>
          </p:cNvPr>
          <p:cNvSpPr>
            <a:spLocks noGrp="1"/>
          </p:cNvSpPr>
          <p:nvPr>
            <p:ph type="title"/>
          </p:nvPr>
        </p:nvSpPr>
        <p:spPr>
          <a:xfrm>
            <a:off x="808638" y="386930"/>
            <a:ext cx="9236700" cy="1188950"/>
          </a:xfrm>
        </p:spPr>
        <p:txBody>
          <a:bodyPr anchor="b">
            <a:normAutofit/>
          </a:bodyPr>
          <a:lstStyle/>
          <a:p>
            <a:r>
              <a:rPr lang="en-US" sz="5400"/>
              <a:t>EDA: Charges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AE009CE-6FF3-BB7F-61FC-B5BBC9DAAF27}"/>
              </a:ext>
            </a:extLst>
          </p:cNvPr>
          <p:cNvSpPr>
            <a:spLocks noGrp="1"/>
          </p:cNvSpPr>
          <p:nvPr>
            <p:ph idx="1"/>
          </p:nvPr>
        </p:nvSpPr>
        <p:spPr>
          <a:xfrm>
            <a:off x="793660" y="2599509"/>
            <a:ext cx="10143668" cy="3435531"/>
          </a:xfrm>
        </p:spPr>
        <p:txBody>
          <a:bodyPr anchor="ctr">
            <a:normAutofit/>
          </a:bodyPr>
          <a:lstStyle/>
          <a:p>
            <a:r>
              <a:rPr lang="en-US" sz="2400"/>
              <a:t>The minimum charge was found to be $1,122, with a maximum charge of $63,770</a:t>
            </a:r>
          </a:p>
          <a:p>
            <a:r>
              <a:rPr lang="en-US" sz="2400"/>
              <a:t>The median charge is $9,382, which is noticeably lower than the mean charge of $13,270</a:t>
            </a:r>
          </a:p>
          <a:p>
            <a:r>
              <a:rPr lang="en-US" sz="2400"/>
              <a:t>Therefore, just by the summary statistics alone, it can be concluded that there is a substantial right skew in the charges data</a:t>
            </a:r>
          </a:p>
          <a:p>
            <a:endParaRPr lang="en-US" sz="2400"/>
          </a:p>
        </p:txBody>
      </p:sp>
    </p:spTree>
    <p:extLst>
      <p:ext uri="{BB962C8B-B14F-4D97-AF65-F5344CB8AC3E}">
        <p14:creationId xmlns:p14="http://schemas.microsoft.com/office/powerpoint/2010/main" val="2901072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AB464E-E60C-3275-19B2-D34FA60CF828}"/>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F7DF3B-E419-5A67-692B-CD75577F8447}"/>
              </a:ext>
            </a:extLst>
          </p:cNvPr>
          <p:cNvSpPr>
            <a:spLocks noGrp="1"/>
          </p:cNvSpPr>
          <p:nvPr>
            <p:ph type="title"/>
          </p:nvPr>
        </p:nvSpPr>
        <p:spPr>
          <a:xfrm>
            <a:off x="645064" y="525982"/>
            <a:ext cx="4282983" cy="1200361"/>
          </a:xfrm>
        </p:spPr>
        <p:txBody>
          <a:bodyPr anchor="b">
            <a:normAutofit/>
          </a:bodyPr>
          <a:lstStyle/>
          <a:p>
            <a:r>
              <a:rPr lang="en-US" sz="3600"/>
              <a:t>EDA: Charges</a:t>
            </a:r>
          </a:p>
        </p:txBody>
      </p:sp>
      <p:sp>
        <p:nvSpPr>
          <p:cNvPr id="14" name="Rectangle 13">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2DAF12F-EF59-7EAB-F5FE-69AFC8C256BD}"/>
              </a:ext>
            </a:extLst>
          </p:cNvPr>
          <p:cNvSpPr>
            <a:spLocks noGrp="1"/>
          </p:cNvSpPr>
          <p:nvPr>
            <p:ph idx="1"/>
          </p:nvPr>
        </p:nvSpPr>
        <p:spPr>
          <a:xfrm>
            <a:off x="645066" y="2031101"/>
            <a:ext cx="4282984" cy="3511943"/>
          </a:xfrm>
        </p:spPr>
        <p:txBody>
          <a:bodyPr anchor="ctr">
            <a:normAutofit/>
          </a:bodyPr>
          <a:lstStyle/>
          <a:p>
            <a:r>
              <a:rPr lang="en-US" sz="1800"/>
              <a:t>Observing the histogram of charges, there is a very long right tail, and a logarithmic transformation will likely be a good fit</a:t>
            </a:r>
          </a:p>
          <a:p>
            <a:endParaRPr lang="en-US" sz="1800"/>
          </a:p>
        </p:txBody>
      </p:sp>
      <p:sp>
        <p:nvSpPr>
          <p:cNvPr id="16" name="Rectangle 15">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he histogram illustrates the distribution of charges, ranging from $0 to $70,000, with frequencies at intervals of $0, $50,000, $100,000, $200,000, $300,000, $400,000, $500,000, and $60,000.&#10;&#10;AI-generated content may be incorrect.">
            <a:extLst>
              <a:ext uri="{FF2B5EF4-FFF2-40B4-BE49-F238E27FC236}">
                <a16:creationId xmlns:a16="http://schemas.microsoft.com/office/drawing/2014/main" id="{36512269-A50C-5794-F6A3-AE055CBECD19}"/>
              </a:ext>
            </a:extLst>
          </p:cNvPr>
          <p:cNvPicPr>
            <a:picLocks noChangeAspect="1"/>
          </p:cNvPicPr>
          <p:nvPr/>
        </p:nvPicPr>
        <p:blipFill>
          <a:blip r:embed="rId2"/>
          <a:stretch>
            <a:fillRect/>
          </a:stretch>
        </p:blipFill>
        <p:spPr>
          <a:xfrm>
            <a:off x="5987738" y="1574915"/>
            <a:ext cx="5628018" cy="3475300"/>
          </a:xfrm>
          <a:prstGeom prst="rect">
            <a:avLst/>
          </a:prstGeom>
        </p:spPr>
      </p:pic>
    </p:spTree>
    <p:extLst>
      <p:ext uri="{BB962C8B-B14F-4D97-AF65-F5344CB8AC3E}">
        <p14:creationId xmlns:p14="http://schemas.microsoft.com/office/powerpoint/2010/main" val="4091432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B09CDB-CACE-58AA-AD6A-388578E7CB7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1AE84D-F102-C529-F128-63A6BB0E1455}"/>
              </a:ext>
            </a:extLst>
          </p:cNvPr>
          <p:cNvSpPr>
            <a:spLocks noGrp="1"/>
          </p:cNvSpPr>
          <p:nvPr>
            <p:ph type="title"/>
          </p:nvPr>
        </p:nvSpPr>
        <p:spPr>
          <a:xfrm>
            <a:off x="645064" y="525982"/>
            <a:ext cx="4282983" cy="1200361"/>
          </a:xfrm>
        </p:spPr>
        <p:txBody>
          <a:bodyPr anchor="b">
            <a:normAutofit/>
          </a:bodyPr>
          <a:lstStyle/>
          <a:p>
            <a:r>
              <a:rPr lang="en-US" sz="3600"/>
              <a:t>EDA: Charges</a:t>
            </a:r>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025D84F-1D86-98ED-691F-92479B067E93}"/>
              </a:ext>
            </a:extLst>
          </p:cNvPr>
          <p:cNvSpPr>
            <a:spLocks noGrp="1"/>
          </p:cNvSpPr>
          <p:nvPr>
            <p:ph idx="1"/>
          </p:nvPr>
        </p:nvSpPr>
        <p:spPr>
          <a:xfrm>
            <a:off x="645066" y="2031101"/>
            <a:ext cx="4282984" cy="3511943"/>
          </a:xfrm>
        </p:spPr>
        <p:txBody>
          <a:bodyPr anchor="ctr">
            <a:normAutofit/>
          </a:bodyPr>
          <a:lstStyle/>
          <a:p>
            <a:r>
              <a:rPr lang="en-US" sz="1800"/>
              <a:t>Similarly, the box plot indicates a heavy skew to the right</a:t>
            </a:r>
          </a:p>
          <a:p>
            <a:r>
              <a:rPr lang="en-US" sz="1800"/>
              <a:t>The indication being the large number of outliers and the substantial difference quartiles</a:t>
            </a:r>
          </a:p>
          <a:p>
            <a:r>
              <a:rPr lang="en-US" sz="1800"/>
              <a:t>Specifically, 139 of the 1,338 observations were considered high outliers.</a:t>
            </a:r>
          </a:p>
          <a:p>
            <a:endParaRPr lang="en-US" sz="1800"/>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he diagram displays a box plot illustrating the distribution of charges, with a median at $20,000 and quartiles at $40,000 and $60,000.&#10;&#10;AI-generated content may be incorrect.">
            <a:extLst>
              <a:ext uri="{FF2B5EF4-FFF2-40B4-BE49-F238E27FC236}">
                <a16:creationId xmlns:a16="http://schemas.microsoft.com/office/drawing/2014/main" id="{46D48CBB-2A0D-2F8E-09C3-28274FE02E12}"/>
              </a:ext>
            </a:extLst>
          </p:cNvPr>
          <p:cNvPicPr>
            <a:picLocks noChangeAspect="1"/>
          </p:cNvPicPr>
          <p:nvPr/>
        </p:nvPicPr>
        <p:blipFill>
          <a:blip r:embed="rId2"/>
          <a:stretch>
            <a:fillRect/>
          </a:stretch>
        </p:blipFill>
        <p:spPr>
          <a:xfrm>
            <a:off x="5987738" y="1574915"/>
            <a:ext cx="5628018" cy="3475300"/>
          </a:xfrm>
          <a:prstGeom prst="rect">
            <a:avLst/>
          </a:prstGeom>
        </p:spPr>
      </p:pic>
    </p:spTree>
    <p:extLst>
      <p:ext uri="{BB962C8B-B14F-4D97-AF65-F5344CB8AC3E}">
        <p14:creationId xmlns:p14="http://schemas.microsoft.com/office/powerpoint/2010/main" val="2089764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06BF19-E07D-EEE6-FE9B-C83B163F2D6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44177D-CB6B-C499-B3A6-9362442F02E8}"/>
              </a:ext>
            </a:extLst>
          </p:cNvPr>
          <p:cNvSpPr>
            <a:spLocks noGrp="1"/>
          </p:cNvSpPr>
          <p:nvPr>
            <p:ph type="title"/>
          </p:nvPr>
        </p:nvSpPr>
        <p:spPr>
          <a:xfrm>
            <a:off x="1043631" y="809898"/>
            <a:ext cx="9942716" cy="1554480"/>
          </a:xfrm>
        </p:spPr>
        <p:txBody>
          <a:bodyPr anchor="ctr">
            <a:normAutofit/>
          </a:bodyPr>
          <a:lstStyle/>
          <a:p>
            <a:r>
              <a:rPr lang="en-US" sz="4800"/>
              <a:t>EDA: Charges</a:t>
            </a:r>
          </a:p>
        </p:txBody>
      </p:sp>
      <p:sp>
        <p:nvSpPr>
          <p:cNvPr id="3" name="Content Placeholder 2">
            <a:extLst>
              <a:ext uri="{FF2B5EF4-FFF2-40B4-BE49-F238E27FC236}">
                <a16:creationId xmlns:a16="http://schemas.microsoft.com/office/drawing/2014/main" id="{DD593CF9-3407-FB12-AC61-6BCE8A8082D2}"/>
              </a:ext>
            </a:extLst>
          </p:cNvPr>
          <p:cNvSpPr>
            <a:spLocks noGrp="1"/>
          </p:cNvSpPr>
          <p:nvPr>
            <p:ph idx="1"/>
          </p:nvPr>
        </p:nvSpPr>
        <p:spPr>
          <a:xfrm>
            <a:off x="1045028" y="3017522"/>
            <a:ext cx="9941319" cy="3124658"/>
          </a:xfrm>
        </p:spPr>
        <p:txBody>
          <a:bodyPr anchor="ctr">
            <a:normAutofit/>
          </a:bodyPr>
          <a:lstStyle/>
          <a:p>
            <a:r>
              <a:rPr lang="en-US" sz="2400"/>
              <a:t>Based on this analysis, a logarithmic transformation was applied to the charge variable</a:t>
            </a:r>
          </a:p>
          <a:p>
            <a:r>
              <a:rPr lang="en-US" sz="2400"/>
              <a:t>This produced a minimum value of 7.023, and maximum value of 11.063 log dollars</a:t>
            </a:r>
          </a:p>
          <a:p>
            <a:r>
              <a:rPr lang="en-US" sz="2400"/>
              <a:t>Additionally, the mean and median were now 9.099 and 9.147 log dollars</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1796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3A1166-A157-4F3C-752C-275ED7C948E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16BF75-12A5-DEAD-AB10-5E73C487CAB2}"/>
              </a:ext>
            </a:extLst>
          </p:cNvPr>
          <p:cNvSpPr>
            <a:spLocks noGrp="1"/>
          </p:cNvSpPr>
          <p:nvPr>
            <p:ph type="title"/>
          </p:nvPr>
        </p:nvSpPr>
        <p:spPr>
          <a:xfrm>
            <a:off x="645064" y="525982"/>
            <a:ext cx="4282983" cy="1200361"/>
          </a:xfrm>
        </p:spPr>
        <p:txBody>
          <a:bodyPr anchor="b">
            <a:normAutofit/>
          </a:bodyPr>
          <a:lstStyle/>
          <a:p>
            <a:r>
              <a:rPr lang="en-US" sz="3600"/>
              <a:t>EDA: Charges</a:t>
            </a:r>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C286B9A-B3B6-A2DF-BE10-A53AF60763EC}"/>
              </a:ext>
            </a:extLst>
          </p:cNvPr>
          <p:cNvSpPr>
            <a:spLocks noGrp="1"/>
          </p:cNvSpPr>
          <p:nvPr>
            <p:ph idx="1"/>
          </p:nvPr>
        </p:nvSpPr>
        <p:spPr>
          <a:xfrm>
            <a:off x="645066" y="2031101"/>
            <a:ext cx="4282984" cy="3511943"/>
          </a:xfrm>
        </p:spPr>
        <p:txBody>
          <a:bodyPr anchor="ctr">
            <a:normAutofit/>
          </a:bodyPr>
          <a:lstStyle/>
          <a:p>
            <a:r>
              <a:rPr lang="en-US" sz="1800"/>
              <a:t>The transformation now looks much closer to a normal distribution</a:t>
            </a:r>
          </a:p>
          <a:p>
            <a:r>
              <a:rPr lang="en-US" sz="1800"/>
              <a:t>While not perfect, it is clearly better with no obvious skew in either direction</a:t>
            </a:r>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he image displays a histogram illustrating the distribution of logarithmic charges in dollars, ranging from $0 to $200 with various frequencies.&#10;&#10;AI-generated content may be incorrect.">
            <a:extLst>
              <a:ext uri="{FF2B5EF4-FFF2-40B4-BE49-F238E27FC236}">
                <a16:creationId xmlns:a16="http://schemas.microsoft.com/office/drawing/2014/main" id="{336628F2-C183-A50B-499B-525B4AEC984B}"/>
              </a:ext>
            </a:extLst>
          </p:cNvPr>
          <p:cNvPicPr>
            <a:picLocks noChangeAspect="1"/>
          </p:cNvPicPr>
          <p:nvPr/>
        </p:nvPicPr>
        <p:blipFill>
          <a:blip r:embed="rId2"/>
          <a:stretch>
            <a:fillRect/>
          </a:stretch>
        </p:blipFill>
        <p:spPr>
          <a:xfrm>
            <a:off x="5987738" y="1574915"/>
            <a:ext cx="5628018" cy="3475300"/>
          </a:xfrm>
          <a:prstGeom prst="rect">
            <a:avLst/>
          </a:prstGeom>
        </p:spPr>
      </p:pic>
    </p:spTree>
    <p:extLst>
      <p:ext uri="{BB962C8B-B14F-4D97-AF65-F5344CB8AC3E}">
        <p14:creationId xmlns:p14="http://schemas.microsoft.com/office/powerpoint/2010/main" val="2607049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720373-DD4B-2B2F-A8A7-2529AA8BB8B9}"/>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201817-FE8F-64D6-BC5C-9CC33CE78B8A}"/>
              </a:ext>
            </a:extLst>
          </p:cNvPr>
          <p:cNvSpPr>
            <a:spLocks noGrp="1"/>
          </p:cNvSpPr>
          <p:nvPr>
            <p:ph type="title"/>
          </p:nvPr>
        </p:nvSpPr>
        <p:spPr>
          <a:xfrm>
            <a:off x="645064" y="525982"/>
            <a:ext cx="4282983" cy="1200361"/>
          </a:xfrm>
        </p:spPr>
        <p:txBody>
          <a:bodyPr anchor="b">
            <a:normAutofit/>
          </a:bodyPr>
          <a:lstStyle/>
          <a:p>
            <a:r>
              <a:rPr lang="en-US" sz="3600"/>
              <a:t>EDA: Charges</a:t>
            </a:r>
          </a:p>
        </p:txBody>
      </p:sp>
      <p:sp>
        <p:nvSpPr>
          <p:cNvPr id="13" name="Rectangle 12">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416C421-EFDC-1F4D-9E96-A6F041EF957E}"/>
              </a:ext>
            </a:extLst>
          </p:cNvPr>
          <p:cNvSpPr>
            <a:spLocks noGrp="1"/>
          </p:cNvSpPr>
          <p:nvPr>
            <p:ph idx="1"/>
          </p:nvPr>
        </p:nvSpPr>
        <p:spPr>
          <a:xfrm>
            <a:off x="645066" y="2031101"/>
            <a:ext cx="4282984" cy="3511943"/>
          </a:xfrm>
        </p:spPr>
        <p:txBody>
          <a:bodyPr anchor="ctr">
            <a:normAutofit/>
          </a:bodyPr>
          <a:lstStyle/>
          <a:p>
            <a:r>
              <a:rPr lang="en-US" sz="1800"/>
              <a:t>This transformation has removed any previous outliers and created more proportional quartiles</a:t>
            </a:r>
          </a:p>
        </p:txBody>
      </p:sp>
      <p:sp>
        <p:nvSpPr>
          <p:cNvPr id="15" name="Rectangle 1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The diagram illustrates a box plot displaying the distribution of logarithmic charges, ranging from 7 to 11.&#10;&#10;AI-generated content may be incorrect.">
            <a:extLst>
              <a:ext uri="{FF2B5EF4-FFF2-40B4-BE49-F238E27FC236}">
                <a16:creationId xmlns:a16="http://schemas.microsoft.com/office/drawing/2014/main" id="{5B50F84E-19E6-B83D-2740-1DA70B960122}"/>
              </a:ext>
            </a:extLst>
          </p:cNvPr>
          <p:cNvPicPr>
            <a:picLocks noChangeAspect="1"/>
          </p:cNvPicPr>
          <p:nvPr/>
        </p:nvPicPr>
        <p:blipFill>
          <a:blip r:embed="rId2"/>
          <a:stretch>
            <a:fillRect/>
          </a:stretch>
        </p:blipFill>
        <p:spPr>
          <a:xfrm>
            <a:off x="5987738" y="1574915"/>
            <a:ext cx="5628018" cy="3475300"/>
          </a:xfrm>
          <a:prstGeom prst="rect">
            <a:avLst/>
          </a:prstGeom>
        </p:spPr>
      </p:pic>
    </p:spTree>
    <p:extLst>
      <p:ext uri="{BB962C8B-B14F-4D97-AF65-F5344CB8AC3E}">
        <p14:creationId xmlns:p14="http://schemas.microsoft.com/office/powerpoint/2010/main" val="28887407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937214-0404-40B9-D091-22F7D32146C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FE865E-3C4D-A816-EA7B-4E1D1CC464DB}"/>
              </a:ext>
            </a:extLst>
          </p:cNvPr>
          <p:cNvSpPr>
            <a:spLocks noGrp="1"/>
          </p:cNvSpPr>
          <p:nvPr>
            <p:ph type="title"/>
          </p:nvPr>
        </p:nvSpPr>
        <p:spPr>
          <a:xfrm>
            <a:off x="808638" y="386930"/>
            <a:ext cx="9236700" cy="1188950"/>
          </a:xfrm>
        </p:spPr>
        <p:txBody>
          <a:bodyPr anchor="b">
            <a:normAutofit/>
          </a:bodyPr>
          <a:lstStyle/>
          <a:p>
            <a:r>
              <a:rPr lang="en-US" sz="5400"/>
              <a:t>EDA: Age</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6BDACAA-A22D-33C8-20D4-895DC6BD1C9B}"/>
              </a:ext>
            </a:extLst>
          </p:cNvPr>
          <p:cNvSpPr>
            <a:spLocks noGrp="1"/>
          </p:cNvSpPr>
          <p:nvPr>
            <p:ph idx="1"/>
          </p:nvPr>
        </p:nvSpPr>
        <p:spPr>
          <a:xfrm>
            <a:off x="793660" y="2599509"/>
            <a:ext cx="10143668" cy="3435531"/>
          </a:xfrm>
        </p:spPr>
        <p:txBody>
          <a:bodyPr anchor="ctr">
            <a:normAutofit/>
          </a:bodyPr>
          <a:lstStyle/>
          <a:p>
            <a:r>
              <a:rPr lang="en-US" sz="2400"/>
              <a:t>Now that the target variable has been properly dealt with, the predictor variables can be explored for analysis</a:t>
            </a:r>
          </a:p>
          <a:p>
            <a:r>
              <a:rPr lang="en-US" sz="2400"/>
              <a:t>For age, the minimum is 18 years, the maximum is 64 years, and both the median and mean are 31 years old</a:t>
            </a:r>
          </a:p>
          <a:p>
            <a:endParaRPr lang="en-US" sz="2400"/>
          </a:p>
        </p:txBody>
      </p:sp>
    </p:spTree>
    <p:extLst>
      <p:ext uri="{BB962C8B-B14F-4D97-AF65-F5344CB8AC3E}">
        <p14:creationId xmlns:p14="http://schemas.microsoft.com/office/powerpoint/2010/main" val="2927872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B48645-7C73-766F-EDA1-58C82F67917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43ACA1-3BEA-264D-E4A8-B3E8E7A0FB99}"/>
              </a:ext>
            </a:extLst>
          </p:cNvPr>
          <p:cNvSpPr>
            <a:spLocks noGrp="1"/>
          </p:cNvSpPr>
          <p:nvPr>
            <p:ph type="title"/>
          </p:nvPr>
        </p:nvSpPr>
        <p:spPr>
          <a:xfrm>
            <a:off x="645064" y="525982"/>
            <a:ext cx="4282983" cy="1200361"/>
          </a:xfrm>
        </p:spPr>
        <p:txBody>
          <a:bodyPr anchor="b">
            <a:normAutofit/>
          </a:bodyPr>
          <a:lstStyle/>
          <a:p>
            <a:r>
              <a:rPr lang="en-US" sz="3600"/>
              <a:t>EDA: Age</a:t>
            </a:r>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1A992A2-A67D-BCD8-43DB-06ADCC43CAFE}"/>
              </a:ext>
            </a:extLst>
          </p:cNvPr>
          <p:cNvSpPr>
            <a:spLocks noGrp="1"/>
          </p:cNvSpPr>
          <p:nvPr>
            <p:ph idx="1"/>
          </p:nvPr>
        </p:nvSpPr>
        <p:spPr>
          <a:xfrm>
            <a:off x="645066" y="2031101"/>
            <a:ext cx="4282984" cy="3511943"/>
          </a:xfrm>
        </p:spPr>
        <p:txBody>
          <a:bodyPr anchor="ctr">
            <a:normAutofit/>
          </a:bodyPr>
          <a:lstStyle/>
          <a:p>
            <a:r>
              <a:rPr lang="en-US" sz="1800"/>
              <a:t>The histogram of age resembles that of a uniform distribution</a:t>
            </a:r>
          </a:p>
          <a:p>
            <a:r>
              <a:rPr lang="en-US" sz="1800"/>
              <a:t>Also, there is a noticeably greater frequency of people under the age of 20 years</a:t>
            </a:r>
          </a:p>
          <a:p>
            <a:endParaRPr lang="en-US" sz="1800"/>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he image depicts a histogram showing the frequency distribution of ages across different age groups, with specific intervals marked at 0, 20, 30, 50, and 70 years.&#10;&#10;AI-generated content may be incorrect.">
            <a:extLst>
              <a:ext uri="{FF2B5EF4-FFF2-40B4-BE49-F238E27FC236}">
                <a16:creationId xmlns:a16="http://schemas.microsoft.com/office/drawing/2014/main" id="{982F5CD6-F3E8-C8E7-8F11-943AEE074C2B}"/>
              </a:ext>
            </a:extLst>
          </p:cNvPr>
          <p:cNvPicPr>
            <a:picLocks noChangeAspect="1"/>
          </p:cNvPicPr>
          <p:nvPr/>
        </p:nvPicPr>
        <p:blipFill>
          <a:blip r:embed="rId2"/>
          <a:stretch>
            <a:fillRect/>
          </a:stretch>
        </p:blipFill>
        <p:spPr>
          <a:xfrm>
            <a:off x="5987738" y="1574915"/>
            <a:ext cx="5628018" cy="3475300"/>
          </a:xfrm>
          <a:prstGeom prst="rect">
            <a:avLst/>
          </a:prstGeom>
        </p:spPr>
      </p:pic>
    </p:spTree>
    <p:extLst>
      <p:ext uri="{BB962C8B-B14F-4D97-AF65-F5344CB8AC3E}">
        <p14:creationId xmlns:p14="http://schemas.microsoft.com/office/powerpoint/2010/main" val="3352735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3AE325-8410-87D8-1B1A-0EE38D9EC3C7}"/>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D0E610-F6F3-FB99-F3F1-DB532F151378}"/>
              </a:ext>
            </a:extLst>
          </p:cNvPr>
          <p:cNvSpPr>
            <a:spLocks noGrp="1"/>
          </p:cNvSpPr>
          <p:nvPr>
            <p:ph type="title"/>
          </p:nvPr>
        </p:nvSpPr>
        <p:spPr>
          <a:xfrm>
            <a:off x="645064" y="525982"/>
            <a:ext cx="4282983" cy="1200361"/>
          </a:xfrm>
        </p:spPr>
        <p:txBody>
          <a:bodyPr anchor="b">
            <a:normAutofit/>
          </a:bodyPr>
          <a:lstStyle/>
          <a:p>
            <a:r>
              <a:rPr lang="en-US" sz="3600"/>
              <a:t>EDA: Age</a:t>
            </a:r>
          </a:p>
        </p:txBody>
      </p:sp>
      <p:sp>
        <p:nvSpPr>
          <p:cNvPr id="14" name="Rectangle 13">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E662F60-3D11-A10B-E58F-ED56D544CCB3}"/>
              </a:ext>
            </a:extLst>
          </p:cNvPr>
          <p:cNvSpPr>
            <a:spLocks noGrp="1"/>
          </p:cNvSpPr>
          <p:nvPr>
            <p:ph idx="1"/>
          </p:nvPr>
        </p:nvSpPr>
        <p:spPr>
          <a:xfrm>
            <a:off x="645066" y="2031101"/>
            <a:ext cx="4282984" cy="3511943"/>
          </a:xfrm>
        </p:spPr>
        <p:txBody>
          <a:bodyPr anchor="ctr">
            <a:normAutofit/>
          </a:bodyPr>
          <a:lstStyle/>
          <a:p>
            <a:r>
              <a:rPr lang="en-US" sz="1800"/>
              <a:t>It seems there may be other factors that are influencing insurance charges against age</a:t>
            </a:r>
          </a:p>
          <a:p>
            <a:r>
              <a:rPr lang="en-US" sz="1800"/>
              <a:t>For lower costs, it appears there is a pattern between how much someone is charged and how old they are</a:t>
            </a:r>
          </a:p>
          <a:p>
            <a:r>
              <a:rPr lang="en-US" sz="1800"/>
              <a:t>Likewise, for higher costs, it looks as though charges stay relatively constant for any given age</a:t>
            </a:r>
          </a:p>
          <a:p>
            <a:endParaRPr lang="en-US" sz="1800"/>
          </a:p>
        </p:txBody>
      </p:sp>
      <p:sp>
        <p:nvSpPr>
          <p:cNvPr id="16" name="Rectangle 15">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he diagram presents a plot of ages in years against logarithmically scaled charges in dollars, with some data points and a noticeable trend.&#10;&#10;AI-generated content may be incorrect.">
            <a:extLst>
              <a:ext uri="{FF2B5EF4-FFF2-40B4-BE49-F238E27FC236}">
                <a16:creationId xmlns:a16="http://schemas.microsoft.com/office/drawing/2014/main" id="{624DD146-2C6A-4294-E16F-467B9CCCBD1F}"/>
              </a:ext>
            </a:extLst>
          </p:cNvPr>
          <p:cNvPicPr>
            <a:picLocks noChangeAspect="1"/>
          </p:cNvPicPr>
          <p:nvPr/>
        </p:nvPicPr>
        <p:blipFill>
          <a:blip r:embed="rId2"/>
          <a:stretch>
            <a:fillRect/>
          </a:stretch>
        </p:blipFill>
        <p:spPr>
          <a:xfrm>
            <a:off x="5987738" y="1574915"/>
            <a:ext cx="5628018" cy="3475300"/>
          </a:xfrm>
          <a:prstGeom prst="rect">
            <a:avLst/>
          </a:prstGeom>
        </p:spPr>
      </p:pic>
    </p:spTree>
    <p:extLst>
      <p:ext uri="{BB962C8B-B14F-4D97-AF65-F5344CB8AC3E}">
        <p14:creationId xmlns:p14="http://schemas.microsoft.com/office/powerpoint/2010/main" val="2793746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986EA7-E264-0B4A-9196-E3AAC632A9A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D6342D-7C71-4C47-BB2D-80185B822543}"/>
              </a:ext>
            </a:extLst>
          </p:cNvPr>
          <p:cNvSpPr>
            <a:spLocks noGrp="1"/>
          </p:cNvSpPr>
          <p:nvPr>
            <p:ph type="title"/>
          </p:nvPr>
        </p:nvSpPr>
        <p:spPr>
          <a:xfrm>
            <a:off x="645064" y="525982"/>
            <a:ext cx="4282983" cy="1200361"/>
          </a:xfrm>
        </p:spPr>
        <p:txBody>
          <a:bodyPr anchor="b">
            <a:normAutofit/>
          </a:bodyPr>
          <a:lstStyle/>
          <a:p>
            <a:r>
              <a:rPr lang="en-US" sz="3600"/>
              <a:t>EDA: Age</a:t>
            </a:r>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EB19228-8A0D-B289-B46F-A77920F2BF0D}"/>
              </a:ext>
            </a:extLst>
          </p:cNvPr>
          <p:cNvSpPr>
            <a:spLocks noGrp="1"/>
          </p:cNvSpPr>
          <p:nvPr>
            <p:ph idx="1"/>
          </p:nvPr>
        </p:nvSpPr>
        <p:spPr>
          <a:xfrm>
            <a:off x="645066" y="2031101"/>
            <a:ext cx="4282984" cy="3511943"/>
          </a:xfrm>
        </p:spPr>
        <p:txBody>
          <a:bodyPr anchor="ctr">
            <a:normAutofit/>
          </a:bodyPr>
          <a:lstStyle/>
          <a:p>
            <a:r>
              <a:rPr lang="en-US" sz="1800"/>
              <a:t>Using the previous plot, now with smoking status layered over, there is a clear underlying pattern</a:t>
            </a:r>
          </a:p>
          <a:p>
            <a:r>
              <a:rPr lang="en-US" sz="1800"/>
              <a:t>For those who are smokers, it appears that despite their age, they incur constantly high costs</a:t>
            </a:r>
          </a:p>
          <a:p>
            <a:r>
              <a:rPr lang="en-US" sz="1800"/>
              <a:t>For those who aren't smokers, there seems to be a linear pattern where charges tend to increase as age increases.</a:t>
            </a:r>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he diagram illustrates the relationship between age and logarithmically scaled smoking-related charges, categorized by smoking status.&#10;&#10;AI-generated content may be incorrect.">
            <a:extLst>
              <a:ext uri="{FF2B5EF4-FFF2-40B4-BE49-F238E27FC236}">
                <a16:creationId xmlns:a16="http://schemas.microsoft.com/office/drawing/2014/main" id="{59308ADC-B861-E6A2-AFC4-3FB2F81D1924}"/>
              </a:ext>
            </a:extLst>
          </p:cNvPr>
          <p:cNvPicPr>
            <a:picLocks noChangeAspect="1"/>
          </p:cNvPicPr>
          <p:nvPr/>
        </p:nvPicPr>
        <p:blipFill>
          <a:blip r:embed="rId2"/>
          <a:stretch>
            <a:fillRect/>
          </a:stretch>
        </p:blipFill>
        <p:spPr>
          <a:xfrm>
            <a:off x="5987738" y="1574915"/>
            <a:ext cx="5628018" cy="3475300"/>
          </a:xfrm>
          <a:prstGeom prst="rect">
            <a:avLst/>
          </a:prstGeom>
        </p:spPr>
      </p:pic>
    </p:spTree>
    <p:extLst>
      <p:ext uri="{BB962C8B-B14F-4D97-AF65-F5344CB8AC3E}">
        <p14:creationId xmlns:p14="http://schemas.microsoft.com/office/powerpoint/2010/main" val="3280753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E62B24-02F4-0DA9-C7C3-59C32EFD7BA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70A391-0DA2-90E4-7BF6-0CC94456EBA0}"/>
              </a:ext>
            </a:extLst>
          </p:cNvPr>
          <p:cNvSpPr>
            <a:spLocks noGrp="1"/>
          </p:cNvSpPr>
          <p:nvPr>
            <p:ph type="title"/>
          </p:nvPr>
        </p:nvSpPr>
        <p:spPr>
          <a:xfrm>
            <a:off x="1282963" y="1238080"/>
            <a:ext cx="9849751" cy="1349671"/>
          </a:xfrm>
        </p:spPr>
        <p:txBody>
          <a:bodyPr anchor="b">
            <a:normAutofit/>
          </a:bodyPr>
          <a:lstStyle/>
          <a:p>
            <a:r>
              <a:rPr lang="en-US" sz="5400"/>
              <a:t>EDA: BMI</a:t>
            </a:r>
          </a:p>
        </p:txBody>
      </p:sp>
      <p:sp>
        <p:nvSpPr>
          <p:cNvPr id="3" name="Content Placeholder 2">
            <a:extLst>
              <a:ext uri="{FF2B5EF4-FFF2-40B4-BE49-F238E27FC236}">
                <a16:creationId xmlns:a16="http://schemas.microsoft.com/office/drawing/2014/main" id="{ED1B91C9-909B-D6D0-7441-E0EC1438FF66}"/>
              </a:ext>
            </a:extLst>
          </p:cNvPr>
          <p:cNvSpPr>
            <a:spLocks noGrp="1"/>
          </p:cNvSpPr>
          <p:nvPr>
            <p:ph idx="1"/>
          </p:nvPr>
        </p:nvSpPr>
        <p:spPr>
          <a:xfrm>
            <a:off x="1289304" y="2902913"/>
            <a:ext cx="9849751" cy="3032168"/>
          </a:xfrm>
        </p:spPr>
        <p:txBody>
          <a:bodyPr anchor="ctr">
            <a:normAutofit/>
          </a:bodyPr>
          <a:lstStyle/>
          <a:p>
            <a:r>
              <a:rPr lang="en-US" sz="2000"/>
              <a:t>Looking at BMI, the minimum body mass index is 15.96, and the maximum is 53.13</a:t>
            </a:r>
          </a:p>
          <a:p>
            <a:r>
              <a:rPr lang="en-US" sz="2000"/>
              <a:t>The mean BMI is 30.66, and the median is 30.40</a:t>
            </a:r>
          </a:p>
          <a:p>
            <a:endParaRPr lang="en-US" sz="2000"/>
          </a:p>
        </p:txBody>
      </p:sp>
    </p:spTree>
    <p:extLst>
      <p:ext uri="{BB962C8B-B14F-4D97-AF65-F5344CB8AC3E}">
        <p14:creationId xmlns:p14="http://schemas.microsoft.com/office/powerpoint/2010/main" val="38880369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2BA5BF-7F00-53D3-C419-C925E313619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37B911-1F59-6198-B5BA-A4FB9F561BDF}"/>
              </a:ext>
            </a:extLst>
          </p:cNvPr>
          <p:cNvSpPr>
            <a:spLocks noGrp="1"/>
          </p:cNvSpPr>
          <p:nvPr>
            <p:ph type="title"/>
          </p:nvPr>
        </p:nvSpPr>
        <p:spPr>
          <a:xfrm>
            <a:off x="645064" y="525982"/>
            <a:ext cx="4282983" cy="1200361"/>
          </a:xfrm>
        </p:spPr>
        <p:txBody>
          <a:bodyPr anchor="b">
            <a:normAutofit/>
          </a:bodyPr>
          <a:lstStyle/>
          <a:p>
            <a:r>
              <a:rPr lang="en-US" sz="3600"/>
              <a:t>EDA: BMI</a:t>
            </a:r>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75A4734-854E-691D-47FC-5AFA841D3518}"/>
              </a:ext>
            </a:extLst>
          </p:cNvPr>
          <p:cNvSpPr>
            <a:spLocks noGrp="1"/>
          </p:cNvSpPr>
          <p:nvPr>
            <p:ph idx="1"/>
          </p:nvPr>
        </p:nvSpPr>
        <p:spPr>
          <a:xfrm>
            <a:off x="645066" y="2031101"/>
            <a:ext cx="4282984" cy="3511943"/>
          </a:xfrm>
        </p:spPr>
        <p:txBody>
          <a:bodyPr anchor="ctr">
            <a:normAutofit/>
          </a:bodyPr>
          <a:lstStyle/>
          <a:p>
            <a:r>
              <a:rPr lang="en-US" sz="1800"/>
              <a:t>The shape of the data is like that of a normal distribution along with a slight right skew</a:t>
            </a:r>
          </a:p>
          <a:p>
            <a:endParaRPr lang="en-US" sz="1800"/>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AF5C5B0-135F-F19A-DDF0-9091C1E27548}"/>
              </a:ext>
            </a:extLst>
          </p:cNvPr>
          <p:cNvPicPr>
            <a:picLocks noChangeAspect="1"/>
          </p:cNvPicPr>
          <p:nvPr/>
        </p:nvPicPr>
        <p:blipFill>
          <a:blip r:embed="rId2"/>
          <a:stretch>
            <a:fillRect/>
          </a:stretch>
        </p:blipFill>
        <p:spPr>
          <a:xfrm>
            <a:off x="5987738" y="1574915"/>
            <a:ext cx="5628018" cy="3475300"/>
          </a:xfrm>
          <a:prstGeom prst="rect">
            <a:avLst/>
          </a:prstGeom>
        </p:spPr>
      </p:pic>
    </p:spTree>
    <p:extLst>
      <p:ext uri="{BB962C8B-B14F-4D97-AF65-F5344CB8AC3E}">
        <p14:creationId xmlns:p14="http://schemas.microsoft.com/office/powerpoint/2010/main" val="2960124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762761-3D78-76D5-B7DC-C67C288240C4}"/>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B35242-28E3-B128-E0D3-2D7BFCA2A80B}"/>
              </a:ext>
            </a:extLst>
          </p:cNvPr>
          <p:cNvSpPr>
            <a:spLocks noGrp="1"/>
          </p:cNvSpPr>
          <p:nvPr>
            <p:ph type="title"/>
          </p:nvPr>
        </p:nvSpPr>
        <p:spPr>
          <a:xfrm>
            <a:off x="645064" y="525982"/>
            <a:ext cx="4282983" cy="1200361"/>
          </a:xfrm>
        </p:spPr>
        <p:txBody>
          <a:bodyPr anchor="b">
            <a:normAutofit/>
          </a:bodyPr>
          <a:lstStyle/>
          <a:p>
            <a:r>
              <a:rPr lang="en-US" sz="3600"/>
              <a:t>EDA: BMI</a:t>
            </a:r>
          </a:p>
        </p:txBody>
      </p:sp>
      <p:sp>
        <p:nvSpPr>
          <p:cNvPr id="13" name="Rectangle 12">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99DCC9E-6C79-B9B9-21A9-8D47AFE0E238}"/>
              </a:ext>
            </a:extLst>
          </p:cNvPr>
          <p:cNvSpPr>
            <a:spLocks noGrp="1"/>
          </p:cNvSpPr>
          <p:nvPr>
            <p:ph idx="1"/>
          </p:nvPr>
        </p:nvSpPr>
        <p:spPr>
          <a:xfrm>
            <a:off x="645066" y="2031101"/>
            <a:ext cx="4282984" cy="3511943"/>
          </a:xfrm>
        </p:spPr>
        <p:txBody>
          <a:bodyPr anchor="ctr">
            <a:normAutofit/>
          </a:bodyPr>
          <a:lstStyle/>
          <a:p>
            <a:r>
              <a:rPr lang="en-US" sz="1800"/>
              <a:t>There are nine high outliers that are giving the data a positive skew</a:t>
            </a:r>
          </a:p>
          <a:p>
            <a:r>
              <a:rPr lang="en-US" sz="1800"/>
              <a:t>These outliers were chosen to be retained as they likely represent real life cases</a:t>
            </a:r>
          </a:p>
        </p:txBody>
      </p:sp>
      <p:sp>
        <p:nvSpPr>
          <p:cNvPr id="15" name="Rectangle 1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The diagram is a box plot illustrating the distribution of Body Mass Index (BMI) values, with the range from 20 to 50.&#10;&#10;AI-generated content may be incorrect.">
            <a:extLst>
              <a:ext uri="{FF2B5EF4-FFF2-40B4-BE49-F238E27FC236}">
                <a16:creationId xmlns:a16="http://schemas.microsoft.com/office/drawing/2014/main" id="{ADF766AA-3711-2E58-3F50-DEC45957C9FC}"/>
              </a:ext>
            </a:extLst>
          </p:cNvPr>
          <p:cNvPicPr>
            <a:picLocks noChangeAspect="1"/>
          </p:cNvPicPr>
          <p:nvPr/>
        </p:nvPicPr>
        <p:blipFill>
          <a:blip r:embed="rId2"/>
          <a:stretch>
            <a:fillRect/>
          </a:stretch>
        </p:blipFill>
        <p:spPr>
          <a:xfrm>
            <a:off x="5987738" y="1574915"/>
            <a:ext cx="5628018" cy="3475300"/>
          </a:xfrm>
          <a:prstGeom prst="rect">
            <a:avLst/>
          </a:prstGeom>
        </p:spPr>
      </p:pic>
    </p:spTree>
    <p:extLst>
      <p:ext uri="{BB962C8B-B14F-4D97-AF65-F5344CB8AC3E}">
        <p14:creationId xmlns:p14="http://schemas.microsoft.com/office/powerpoint/2010/main" val="11469438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583761-2360-1949-969D-E3954A472DD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C7CCFB-ACD7-28B5-83DE-41578D7A2FE8}"/>
              </a:ext>
            </a:extLst>
          </p:cNvPr>
          <p:cNvSpPr>
            <a:spLocks noGrp="1"/>
          </p:cNvSpPr>
          <p:nvPr>
            <p:ph type="title"/>
          </p:nvPr>
        </p:nvSpPr>
        <p:spPr>
          <a:xfrm>
            <a:off x="645064" y="525982"/>
            <a:ext cx="4282983" cy="1200361"/>
          </a:xfrm>
        </p:spPr>
        <p:txBody>
          <a:bodyPr anchor="b">
            <a:normAutofit/>
          </a:bodyPr>
          <a:lstStyle/>
          <a:p>
            <a:r>
              <a:rPr lang="en-US" sz="3600"/>
              <a:t>EDA: BMI</a:t>
            </a:r>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7EC6B25-BBE4-A7D3-4F82-592567486FF8}"/>
              </a:ext>
            </a:extLst>
          </p:cNvPr>
          <p:cNvSpPr>
            <a:spLocks noGrp="1"/>
          </p:cNvSpPr>
          <p:nvPr>
            <p:ph idx="1"/>
          </p:nvPr>
        </p:nvSpPr>
        <p:spPr>
          <a:xfrm>
            <a:off x="645066" y="2031101"/>
            <a:ext cx="4282984" cy="3511943"/>
          </a:xfrm>
        </p:spPr>
        <p:txBody>
          <a:bodyPr anchor="ctr">
            <a:normAutofit/>
          </a:bodyPr>
          <a:lstStyle/>
          <a:p>
            <a:r>
              <a:rPr lang="en-US" sz="1800"/>
              <a:t>The relationship between insurance charges and BMI looks to be very uncorrelated</a:t>
            </a:r>
          </a:p>
          <a:p>
            <a:r>
              <a:rPr lang="en-US" sz="1800"/>
              <a:t>Visually, there is no clear pattern between the two variables.</a:t>
            </a:r>
          </a:p>
          <a:p>
            <a:endParaRPr lang="en-US" sz="1800"/>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his diagram illustrates a scatter plot where each point represents a correlation between Body Mass Index (BMI) and logarithmically scaled charges (in dollars).&#10;&#10;AI-generated content may be incorrect.">
            <a:extLst>
              <a:ext uri="{FF2B5EF4-FFF2-40B4-BE49-F238E27FC236}">
                <a16:creationId xmlns:a16="http://schemas.microsoft.com/office/drawing/2014/main" id="{3B8E6DEF-468E-2104-71C9-1BCA11C8A177}"/>
              </a:ext>
            </a:extLst>
          </p:cNvPr>
          <p:cNvPicPr>
            <a:picLocks noChangeAspect="1"/>
          </p:cNvPicPr>
          <p:nvPr/>
        </p:nvPicPr>
        <p:blipFill>
          <a:blip r:embed="rId2"/>
          <a:stretch>
            <a:fillRect/>
          </a:stretch>
        </p:blipFill>
        <p:spPr>
          <a:xfrm>
            <a:off x="5987738" y="1574915"/>
            <a:ext cx="5628018" cy="3475300"/>
          </a:xfrm>
          <a:prstGeom prst="rect">
            <a:avLst/>
          </a:prstGeom>
        </p:spPr>
      </p:pic>
    </p:spTree>
    <p:extLst>
      <p:ext uri="{BB962C8B-B14F-4D97-AF65-F5344CB8AC3E}">
        <p14:creationId xmlns:p14="http://schemas.microsoft.com/office/powerpoint/2010/main" val="18844000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5C57BA-A309-75D8-4AF2-2E95F2B7865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79D1D6-BA58-9CB9-9003-6D1AA9337A83}"/>
              </a:ext>
            </a:extLst>
          </p:cNvPr>
          <p:cNvSpPr>
            <a:spLocks noGrp="1"/>
          </p:cNvSpPr>
          <p:nvPr>
            <p:ph type="title"/>
          </p:nvPr>
        </p:nvSpPr>
        <p:spPr>
          <a:xfrm>
            <a:off x="645064" y="525982"/>
            <a:ext cx="4282983" cy="1200361"/>
          </a:xfrm>
        </p:spPr>
        <p:txBody>
          <a:bodyPr anchor="b">
            <a:normAutofit/>
          </a:bodyPr>
          <a:lstStyle/>
          <a:p>
            <a:r>
              <a:rPr lang="en-US" sz="3600"/>
              <a:t>EDA: Sex</a:t>
            </a:r>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A7371BF-2A6F-C495-E160-8824613FE4E4}"/>
              </a:ext>
            </a:extLst>
          </p:cNvPr>
          <p:cNvSpPr>
            <a:spLocks noGrp="1"/>
          </p:cNvSpPr>
          <p:nvPr>
            <p:ph idx="1"/>
          </p:nvPr>
        </p:nvSpPr>
        <p:spPr>
          <a:xfrm>
            <a:off x="645066" y="2031101"/>
            <a:ext cx="4282984" cy="3511943"/>
          </a:xfrm>
        </p:spPr>
        <p:txBody>
          <a:bodyPr anchor="ctr">
            <a:normAutofit/>
          </a:bodyPr>
          <a:lstStyle/>
          <a:p>
            <a:r>
              <a:rPr lang="en-US" sz="1800"/>
              <a:t>The variable sex contains 662 females and 676 males</a:t>
            </a:r>
          </a:p>
          <a:p>
            <a:r>
              <a:rPr lang="en-US" sz="1800"/>
              <a:t>The box plots of costs for males and females appear to share a similar spread in data</a:t>
            </a:r>
          </a:p>
          <a:p>
            <a:r>
              <a:rPr lang="en-US" sz="1800"/>
              <a:t>Both plots seem to have a similar maximum value, although females have a slightly greater minimum</a:t>
            </a:r>
          </a:p>
          <a:p>
            <a:endParaRPr lang="en-US" sz="1800"/>
          </a:p>
          <a:p>
            <a:endParaRPr lang="en-US" sz="1800"/>
          </a:p>
          <a:p>
            <a:endParaRPr lang="en-US" sz="1800"/>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he diagram shows a plot comparing logarithmic charges across different genders, with separate data points for males and females.&#10;&#10;AI-generated content may be incorrect.">
            <a:extLst>
              <a:ext uri="{FF2B5EF4-FFF2-40B4-BE49-F238E27FC236}">
                <a16:creationId xmlns:a16="http://schemas.microsoft.com/office/drawing/2014/main" id="{29D3897E-A520-5C79-D226-D569D7343B3A}"/>
              </a:ext>
            </a:extLst>
          </p:cNvPr>
          <p:cNvPicPr>
            <a:picLocks noChangeAspect="1"/>
          </p:cNvPicPr>
          <p:nvPr/>
        </p:nvPicPr>
        <p:blipFill>
          <a:blip r:embed="rId2"/>
          <a:stretch>
            <a:fillRect/>
          </a:stretch>
        </p:blipFill>
        <p:spPr>
          <a:xfrm>
            <a:off x="5987738" y="1574915"/>
            <a:ext cx="5628018" cy="3475300"/>
          </a:xfrm>
          <a:prstGeom prst="rect">
            <a:avLst/>
          </a:prstGeom>
        </p:spPr>
      </p:pic>
    </p:spTree>
    <p:extLst>
      <p:ext uri="{BB962C8B-B14F-4D97-AF65-F5344CB8AC3E}">
        <p14:creationId xmlns:p14="http://schemas.microsoft.com/office/powerpoint/2010/main" val="20531164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EC0E9F-2C8D-F57E-1F9C-94FB94E912B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50F83A-6E13-75AA-C939-242578C86BA4}"/>
              </a:ext>
            </a:extLst>
          </p:cNvPr>
          <p:cNvSpPr>
            <a:spLocks noGrp="1"/>
          </p:cNvSpPr>
          <p:nvPr>
            <p:ph type="title"/>
          </p:nvPr>
        </p:nvSpPr>
        <p:spPr>
          <a:xfrm>
            <a:off x="645064" y="525982"/>
            <a:ext cx="4282983" cy="1200361"/>
          </a:xfrm>
        </p:spPr>
        <p:txBody>
          <a:bodyPr anchor="b">
            <a:normAutofit/>
          </a:bodyPr>
          <a:lstStyle/>
          <a:p>
            <a:r>
              <a:rPr lang="en-US" sz="3600"/>
              <a:t>EDA: Smoker</a:t>
            </a:r>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4616C9A-F218-BD00-569F-8A38729B955B}"/>
              </a:ext>
            </a:extLst>
          </p:cNvPr>
          <p:cNvSpPr>
            <a:spLocks noGrp="1"/>
          </p:cNvSpPr>
          <p:nvPr>
            <p:ph idx="1"/>
          </p:nvPr>
        </p:nvSpPr>
        <p:spPr>
          <a:xfrm>
            <a:off x="645066" y="2031101"/>
            <a:ext cx="4282984" cy="3511943"/>
          </a:xfrm>
        </p:spPr>
        <p:txBody>
          <a:bodyPr anchor="ctr">
            <a:normAutofit/>
          </a:bodyPr>
          <a:lstStyle/>
          <a:p>
            <a:r>
              <a:rPr lang="en-US" sz="1800"/>
              <a:t>This predictor contains 274 smokers and 1064 non-smokers</a:t>
            </a:r>
          </a:p>
          <a:p>
            <a:r>
              <a:rPr lang="en-US" sz="1800"/>
              <a:t>Non-smokers have a minimum charge of about $1,121, and a maximum charge of $36,910</a:t>
            </a:r>
          </a:p>
          <a:p>
            <a:r>
              <a:rPr lang="en-US" sz="1800"/>
              <a:t>Smokers have a minimum charge of around $12,829, and a maximum charge of $63,770</a:t>
            </a:r>
          </a:p>
          <a:p>
            <a:r>
              <a:rPr lang="en-US" sz="1800"/>
              <a:t>The median value for non-smokers is $7,345, and $34,456 for smokers</a:t>
            </a:r>
          </a:p>
          <a:p>
            <a:endParaRPr lang="en-US" sz="1800"/>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he diagram shows a comparison between the logarithmic charges (in dollars) for individuals who do not smoke and those who do smoke.&#10;&#10;AI-generated content may be incorrect.">
            <a:extLst>
              <a:ext uri="{FF2B5EF4-FFF2-40B4-BE49-F238E27FC236}">
                <a16:creationId xmlns:a16="http://schemas.microsoft.com/office/drawing/2014/main" id="{C62B71BF-2594-0D5C-DC9C-A7FC614F812D}"/>
              </a:ext>
            </a:extLst>
          </p:cNvPr>
          <p:cNvPicPr>
            <a:picLocks noChangeAspect="1"/>
          </p:cNvPicPr>
          <p:nvPr/>
        </p:nvPicPr>
        <p:blipFill>
          <a:blip r:embed="rId2"/>
          <a:stretch>
            <a:fillRect/>
          </a:stretch>
        </p:blipFill>
        <p:spPr>
          <a:xfrm>
            <a:off x="5987738" y="1574915"/>
            <a:ext cx="5628018" cy="3475300"/>
          </a:xfrm>
          <a:prstGeom prst="rect">
            <a:avLst/>
          </a:prstGeom>
        </p:spPr>
      </p:pic>
    </p:spTree>
    <p:extLst>
      <p:ext uri="{BB962C8B-B14F-4D97-AF65-F5344CB8AC3E}">
        <p14:creationId xmlns:p14="http://schemas.microsoft.com/office/powerpoint/2010/main" val="6600995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CA7469-BF8F-A71F-9999-6E5FFDBFB97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E7E480-B3F2-587C-D852-9A3AC43407CB}"/>
              </a:ext>
            </a:extLst>
          </p:cNvPr>
          <p:cNvSpPr>
            <a:spLocks noGrp="1"/>
          </p:cNvSpPr>
          <p:nvPr>
            <p:ph type="title"/>
          </p:nvPr>
        </p:nvSpPr>
        <p:spPr>
          <a:xfrm>
            <a:off x="1043631" y="809898"/>
            <a:ext cx="9942716" cy="1554480"/>
          </a:xfrm>
        </p:spPr>
        <p:txBody>
          <a:bodyPr anchor="ctr">
            <a:normAutofit/>
          </a:bodyPr>
          <a:lstStyle/>
          <a:p>
            <a:r>
              <a:rPr lang="en-US" sz="4800"/>
              <a:t>EDA: Children</a:t>
            </a:r>
          </a:p>
        </p:txBody>
      </p:sp>
      <p:sp>
        <p:nvSpPr>
          <p:cNvPr id="3" name="Content Placeholder 2">
            <a:extLst>
              <a:ext uri="{FF2B5EF4-FFF2-40B4-BE49-F238E27FC236}">
                <a16:creationId xmlns:a16="http://schemas.microsoft.com/office/drawing/2014/main" id="{70518541-5FBD-8BB3-9432-206279944F00}"/>
              </a:ext>
            </a:extLst>
          </p:cNvPr>
          <p:cNvSpPr>
            <a:spLocks noGrp="1"/>
          </p:cNvSpPr>
          <p:nvPr>
            <p:ph idx="1"/>
          </p:nvPr>
        </p:nvSpPr>
        <p:spPr>
          <a:xfrm>
            <a:off x="1045028" y="3017522"/>
            <a:ext cx="9941319" cy="3124658"/>
          </a:xfrm>
        </p:spPr>
        <p:txBody>
          <a:bodyPr anchor="ctr">
            <a:normAutofit/>
          </a:bodyPr>
          <a:lstStyle/>
          <a:p>
            <a:r>
              <a:rPr lang="en-US" sz="2400"/>
              <a:t>The children variable ranges from 0 to 5 children</a:t>
            </a:r>
          </a:p>
          <a:p>
            <a:r>
              <a:rPr lang="en-US" sz="2400"/>
              <a:t> Of all observations, 574 have no children, 324 have one child, 240 have two, 157 have three, 25 have four, and 18 have five</a:t>
            </a:r>
          </a:p>
          <a:p>
            <a:r>
              <a:rPr lang="en-US" sz="2400"/>
              <a:t>As predicted, the number of observations decreases as the number of children increases.</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48835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779032-F518-8555-7266-2A755D61FA9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6989AF-3835-611B-D145-79688562F2B1}"/>
              </a:ext>
            </a:extLst>
          </p:cNvPr>
          <p:cNvSpPr>
            <a:spLocks noGrp="1"/>
          </p:cNvSpPr>
          <p:nvPr>
            <p:ph type="title"/>
          </p:nvPr>
        </p:nvSpPr>
        <p:spPr>
          <a:xfrm>
            <a:off x="645064" y="525982"/>
            <a:ext cx="4282983" cy="1200361"/>
          </a:xfrm>
        </p:spPr>
        <p:txBody>
          <a:bodyPr anchor="b">
            <a:normAutofit/>
          </a:bodyPr>
          <a:lstStyle/>
          <a:p>
            <a:r>
              <a:rPr lang="en-US" sz="3600"/>
              <a:t>EDA: Children</a:t>
            </a:r>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6180BE9-953D-0BEB-2297-E44989D25031}"/>
              </a:ext>
            </a:extLst>
          </p:cNvPr>
          <p:cNvSpPr>
            <a:spLocks noGrp="1"/>
          </p:cNvSpPr>
          <p:nvPr>
            <p:ph idx="1"/>
          </p:nvPr>
        </p:nvSpPr>
        <p:spPr>
          <a:xfrm>
            <a:off x="645066" y="2031101"/>
            <a:ext cx="4282984" cy="3511943"/>
          </a:xfrm>
        </p:spPr>
        <p:txBody>
          <a:bodyPr anchor="ctr">
            <a:normAutofit/>
          </a:bodyPr>
          <a:lstStyle/>
          <a:p>
            <a:r>
              <a:rPr lang="en-US" sz="1800"/>
              <a:t>Ranges for the number of children appear to get smaller for the more children present</a:t>
            </a:r>
          </a:p>
          <a:p>
            <a:r>
              <a:rPr lang="en-US" sz="1800"/>
              <a:t>The median values for each number of children are all relatively close</a:t>
            </a:r>
          </a:p>
          <a:p>
            <a:r>
              <a:rPr lang="en-US" sz="1800"/>
              <a:t>The lowest median is one child with $8,483 dollars and the highest median is four children with $11,033</a:t>
            </a:r>
          </a:p>
          <a:p>
            <a:endParaRPr lang="en-US" sz="1800"/>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he diagram is a scatter plot illustrating the number of children (ranging from 8 to 11) against their associated logarithmic charges (ranging from 0 to 5).&#10;&#10;AI-generated content may be incorrect.">
            <a:extLst>
              <a:ext uri="{FF2B5EF4-FFF2-40B4-BE49-F238E27FC236}">
                <a16:creationId xmlns:a16="http://schemas.microsoft.com/office/drawing/2014/main" id="{AAC18F7D-A993-4395-EFFF-EEF49231D809}"/>
              </a:ext>
            </a:extLst>
          </p:cNvPr>
          <p:cNvPicPr>
            <a:picLocks noChangeAspect="1"/>
          </p:cNvPicPr>
          <p:nvPr/>
        </p:nvPicPr>
        <p:blipFill>
          <a:blip r:embed="rId2"/>
          <a:stretch>
            <a:fillRect/>
          </a:stretch>
        </p:blipFill>
        <p:spPr>
          <a:xfrm>
            <a:off x="5987738" y="1574915"/>
            <a:ext cx="5628018" cy="3475300"/>
          </a:xfrm>
          <a:prstGeom prst="rect">
            <a:avLst/>
          </a:prstGeom>
        </p:spPr>
      </p:pic>
    </p:spTree>
    <p:extLst>
      <p:ext uri="{BB962C8B-B14F-4D97-AF65-F5344CB8AC3E}">
        <p14:creationId xmlns:p14="http://schemas.microsoft.com/office/powerpoint/2010/main" val="5862032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ABD80B-F651-FE7C-709B-CD9AAC5A96BC}"/>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560719-055E-AC28-9AD8-0864AFAD80F6}"/>
              </a:ext>
            </a:extLst>
          </p:cNvPr>
          <p:cNvSpPr>
            <a:spLocks noGrp="1"/>
          </p:cNvSpPr>
          <p:nvPr>
            <p:ph type="title"/>
          </p:nvPr>
        </p:nvSpPr>
        <p:spPr>
          <a:xfrm>
            <a:off x="645064" y="525982"/>
            <a:ext cx="4282983" cy="1200361"/>
          </a:xfrm>
        </p:spPr>
        <p:txBody>
          <a:bodyPr anchor="b">
            <a:normAutofit/>
          </a:bodyPr>
          <a:lstStyle/>
          <a:p>
            <a:r>
              <a:rPr lang="en-US" sz="3600"/>
              <a:t>EDA: Region</a:t>
            </a:r>
          </a:p>
        </p:txBody>
      </p:sp>
      <p:sp>
        <p:nvSpPr>
          <p:cNvPr id="14" name="Rectangle 13">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FF3482B-591B-37B0-1339-49D326DD9C93}"/>
              </a:ext>
            </a:extLst>
          </p:cNvPr>
          <p:cNvSpPr>
            <a:spLocks noGrp="1"/>
          </p:cNvSpPr>
          <p:nvPr>
            <p:ph idx="1"/>
          </p:nvPr>
        </p:nvSpPr>
        <p:spPr>
          <a:xfrm>
            <a:off x="645066" y="2031101"/>
            <a:ext cx="4282984" cy="3511943"/>
          </a:xfrm>
        </p:spPr>
        <p:txBody>
          <a:bodyPr anchor="ctr">
            <a:normAutofit/>
          </a:bodyPr>
          <a:lstStyle/>
          <a:p>
            <a:r>
              <a:rPr lang="en-US" sz="1800"/>
              <a:t>There are a total of four regions for this analysis, Northwest, Eastwest, Southwest, and Southeast</a:t>
            </a:r>
          </a:p>
          <a:p>
            <a:r>
              <a:rPr lang="en-US" sz="1800"/>
              <a:t> In total, 324 observations are Northeast, 325 Northwest, 364 Southeast, and 325 Southwest.</a:t>
            </a:r>
          </a:p>
          <a:p>
            <a:endParaRPr lang="en-US" sz="1800"/>
          </a:p>
        </p:txBody>
      </p:sp>
      <p:sp>
        <p:nvSpPr>
          <p:cNvPr id="16" name="Rectangle 15">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he diagram illustrates a plot comparing the logarithmic values of charges across different regions.&#10;&#10;AI-generated content may be incorrect.">
            <a:extLst>
              <a:ext uri="{FF2B5EF4-FFF2-40B4-BE49-F238E27FC236}">
                <a16:creationId xmlns:a16="http://schemas.microsoft.com/office/drawing/2014/main" id="{65D9B6FC-9367-6F54-8EDE-FDBA1BFAEAF4}"/>
              </a:ext>
            </a:extLst>
          </p:cNvPr>
          <p:cNvPicPr>
            <a:picLocks noChangeAspect="1"/>
          </p:cNvPicPr>
          <p:nvPr/>
        </p:nvPicPr>
        <p:blipFill>
          <a:blip r:embed="rId2"/>
          <a:stretch>
            <a:fillRect/>
          </a:stretch>
        </p:blipFill>
        <p:spPr>
          <a:xfrm>
            <a:off x="5987738" y="1574915"/>
            <a:ext cx="5628018" cy="3475300"/>
          </a:xfrm>
          <a:prstGeom prst="rect">
            <a:avLst/>
          </a:prstGeom>
        </p:spPr>
      </p:pic>
    </p:spTree>
    <p:extLst>
      <p:ext uri="{BB962C8B-B14F-4D97-AF65-F5344CB8AC3E}">
        <p14:creationId xmlns:p14="http://schemas.microsoft.com/office/powerpoint/2010/main" val="16998088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3257E7-745F-AC5E-700E-780CBE96A3B3}"/>
              </a:ext>
            </a:extLst>
          </p:cNvPr>
          <p:cNvSpPr>
            <a:spLocks noGrp="1"/>
          </p:cNvSpPr>
          <p:nvPr>
            <p:ph type="title"/>
          </p:nvPr>
        </p:nvSpPr>
        <p:spPr>
          <a:xfrm>
            <a:off x="645065" y="1463040"/>
            <a:ext cx="3796306" cy="2690949"/>
          </a:xfrm>
        </p:spPr>
        <p:txBody>
          <a:bodyPr anchor="t">
            <a:normAutofit/>
          </a:bodyPr>
          <a:lstStyle/>
          <a:p>
            <a:r>
              <a:rPr lang="en-US" sz="4800"/>
              <a:t>Analysis</a:t>
            </a:r>
          </a:p>
        </p:txBody>
      </p:sp>
      <p:grpSp>
        <p:nvGrpSpPr>
          <p:cNvPr id="27" name="Group 26">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28" name="Rectangle 27">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31" name="Rectangle 30">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E1C2208-41B1-A345-B997-886AA5D8929E}"/>
              </a:ext>
            </a:extLst>
          </p:cNvPr>
          <p:cNvSpPr>
            <a:spLocks noGrp="1"/>
          </p:cNvSpPr>
          <p:nvPr>
            <p:ph idx="1"/>
          </p:nvPr>
        </p:nvSpPr>
        <p:spPr>
          <a:xfrm>
            <a:off x="5656218" y="1463039"/>
            <a:ext cx="5542387" cy="4300447"/>
          </a:xfrm>
        </p:spPr>
        <p:txBody>
          <a:bodyPr anchor="t">
            <a:normAutofit/>
          </a:bodyPr>
          <a:lstStyle/>
          <a:p>
            <a:r>
              <a:rPr lang="en-US" sz="2000"/>
              <a:t>This project evaluates several predictive modeling approaches to estimate healthcare insurance charges</a:t>
            </a:r>
          </a:p>
          <a:p>
            <a:r>
              <a:rPr lang="en-US" sz="2000"/>
              <a:t>Because the response variable, insurance charges, is continuous, regression-based methods are appropriate. Multiple models were compared to determine which approach best balances predictive accuracy, interpretability, and the ability to capture nonlinear relationships</a:t>
            </a:r>
          </a:p>
          <a:p>
            <a:r>
              <a:rPr lang="en-US" sz="2000"/>
              <a:t>Model performance was assessed using training and testing data with evaluation metrics such as Root Mean Squared Error (RMSE), and R-squared</a:t>
            </a:r>
          </a:p>
        </p:txBody>
      </p:sp>
    </p:spTree>
    <p:extLst>
      <p:ext uri="{BB962C8B-B14F-4D97-AF65-F5344CB8AC3E}">
        <p14:creationId xmlns:p14="http://schemas.microsoft.com/office/powerpoint/2010/main" val="23348419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F1F5D-3634-1D04-AF27-97CBE5AA8D39}"/>
              </a:ext>
            </a:extLst>
          </p:cNvPr>
          <p:cNvSpPr>
            <a:spLocks noGrp="1"/>
          </p:cNvSpPr>
          <p:nvPr>
            <p:ph type="title"/>
          </p:nvPr>
        </p:nvSpPr>
        <p:spPr/>
        <p:txBody>
          <a:bodyPr/>
          <a:lstStyle/>
          <a:p>
            <a:r>
              <a:rPr lang="en-US" dirty="0"/>
              <a:t>Simple Regression</a:t>
            </a:r>
          </a:p>
        </p:txBody>
      </p:sp>
      <p:sp>
        <p:nvSpPr>
          <p:cNvPr id="3" name="Content Placeholder 2">
            <a:extLst>
              <a:ext uri="{FF2B5EF4-FFF2-40B4-BE49-F238E27FC236}">
                <a16:creationId xmlns:a16="http://schemas.microsoft.com/office/drawing/2014/main" id="{C9CF3072-567F-911B-9D80-A8A9945A7AD4}"/>
              </a:ext>
            </a:extLst>
          </p:cNvPr>
          <p:cNvSpPr>
            <a:spLocks noGrp="1"/>
          </p:cNvSpPr>
          <p:nvPr>
            <p:ph idx="1"/>
          </p:nvPr>
        </p:nvSpPr>
        <p:spPr/>
        <p:txBody>
          <a:bodyPr/>
          <a:lstStyle/>
          <a:p>
            <a:r>
              <a:rPr lang="en-US" dirty="0"/>
              <a:t>Simple linear regression models were first used to examine the relationship between individual predictors and insurance charges</a:t>
            </a:r>
          </a:p>
          <a:p>
            <a:r>
              <a:rPr lang="en-US" dirty="0"/>
              <a:t> These models provide an interpretable starting point and help identify whether single variables have meaningful predictive value</a:t>
            </a:r>
          </a:p>
        </p:txBody>
      </p:sp>
      <p:pic>
        <p:nvPicPr>
          <p:cNvPr id="5" name="Picture 4">
            <a:extLst>
              <a:ext uri="{FF2B5EF4-FFF2-40B4-BE49-F238E27FC236}">
                <a16:creationId xmlns:a16="http://schemas.microsoft.com/office/drawing/2014/main" id="{E3797610-0994-8D10-19BB-D0CB30555D50}"/>
              </a:ext>
            </a:extLst>
          </p:cNvPr>
          <p:cNvPicPr>
            <a:picLocks noChangeAspect="1"/>
          </p:cNvPicPr>
          <p:nvPr/>
        </p:nvPicPr>
        <p:blipFill>
          <a:blip r:embed="rId2"/>
          <a:stretch>
            <a:fillRect/>
          </a:stretch>
        </p:blipFill>
        <p:spPr>
          <a:xfrm>
            <a:off x="3774395" y="4001294"/>
            <a:ext cx="4024934" cy="651094"/>
          </a:xfrm>
          <a:prstGeom prst="rect">
            <a:avLst/>
          </a:prstGeom>
        </p:spPr>
      </p:pic>
    </p:spTree>
    <p:extLst>
      <p:ext uri="{BB962C8B-B14F-4D97-AF65-F5344CB8AC3E}">
        <p14:creationId xmlns:p14="http://schemas.microsoft.com/office/powerpoint/2010/main" val="32181335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DD534-F0E9-0FC3-5556-B8AF745F31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94DBD-8897-7D67-FC0A-953BB5F8B9B1}"/>
              </a:ext>
            </a:extLst>
          </p:cNvPr>
          <p:cNvSpPr>
            <a:spLocks noGrp="1"/>
          </p:cNvSpPr>
          <p:nvPr>
            <p:ph type="title"/>
          </p:nvPr>
        </p:nvSpPr>
        <p:spPr/>
        <p:txBody>
          <a:bodyPr/>
          <a:lstStyle/>
          <a:p>
            <a:r>
              <a:rPr lang="en-US"/>
              <a:t>Simple Regression: BMI</a:t>
            </a:r>
            <a:endParaRPr lang="en-US" dirty="0"/>
          </a:p>
        </p:txBody>
      </p:sp>
      <p:sp>
        <p:nvSpPr>
          <p:cNvPr id="3" name="Content Placeholder 2">
            <a:extLst>
              <a:ext uri="{FF2B5EF4-FFF2-40B4-BE49-F238E27FC236}">
                <a16:creationId xmlns:a16="http://schemas.microsoft.com/office/drawing/2014/main" id="{70266063-8D47-80D7-C1B5-88452295A5C9}"/>
              </a:ext>
            </a:extLst>
          </p:cNvPr>
          <p:cNvSpPr>
            <a:spLocks noGrp="1"/>
          </p:cNvSpPr>
          <p:nvPr>
            <p:ph idx="1"/>
          </p:nvPr>
        </p:nvSpPr>
        <p:spPr/>
        <p:txBody>
          <a:bodyPr/>
          <a:lstStyle/>
          <a:p>
            <a:r>
              <a:rPr lang="en-US"/>
              <a:t>A simple linear regression model using BMI as the predictor was fit</a:t>
            </a:r>
          </a:p>
          <a:p>
            <a:r>
              <a:rPr lang="en-US"/>
              <a:t>Seeing that the correlation between these two variables was weak, this model acted as a baseline for prediction accuracy </a:t>
            </a:r>
          </a:p>
          <a:p>
            <a:endParaRPr lang="en-US" dirty="0"/>
          </a:p>
        </p:txBody>
      </p:sp>
      <p:pic>
        <p:nvPicPr>
          <p:cNvPr id="5" name="Picture 4">
            <a:extLst>
              <a:ext uri="{FF2B5EF4-FFF2-40B4-BE49-F238E27FC236}">
                <a16:creationId xmlns:a16="http://schemas.microsoft.com/office/drawing/2014/main" id="{86EF6F8F-B3C9-7F82-DE93-9915FC061735}"/>
              </a:ext>
            </a:extLst>
          </p:cNvPr>
          <p:cNvPicPr>
            <a:picLocks noChangeAspect="1"/>
          </p:cNvPicPr>
          <p:nvPr/>
        </p:nvPicPr>
        <p:blipFill>
          <a:blip r:embed="rId2"/>
          <a:stretch>
            <a:fillRect/>
          </a:stretch>
        </p:blipFill>
        <p:spPr>
          <a:xfrm>
            <a:off x="3867497" y="4001294"/>
            <a:ext cx="4457006" cy="628300"/>
          </a:xfrm>
          <a:prstGeom prst="rect">
            <a:avLst/>
          </a:prstGeom>
        </p:spPr>
      </p:pic>
    </p:spTree>
    <p:extLst>
      <p:ext uri="{BB962C8B-B14F-4D97-AF65-F5344CB8AC3E}">
        <p14:creationId xmlns:p14="http://schemas.microsoft.com/office/powerpoint/2010/main" val="35947343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DB9792-4302-9EFB-DD7E-5CA0A705E7D1}"/>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3A91A8-088A-0122-0E2B-2E087A249393}"/>
              </a:ext>
            </a:extLst>
          </p:cNvPr>
          <p:cNvSpPr>
            <a:spLocks noGrp="1"/>
          </p:cNvSpPr>
          <p:nvPr>
            <p:ph type="title"/>
          </p:nvPr>
        </p:nvSpPr>
        <p:spPr>
          <a:xfrm>
            <a:off x="1198181" y="560881"/>
            <a:ext cx="9795638" cy="1114380"/>
          </a:xfrm>
        </p:spPr>
        <p:txBody>
          <a:bodyPr vert="horz" lIns="91440" tIns="45720" rIns="91440" bIns="45720" rtlCol="0" anchor="b">
            <a:normAutofit/>
          </a:bodyPr>
          <a:lstStyle/>
          <a:p>
            <a:pPr algn="ctr"/>
            <a:r>
              <a:rPr lang="en-US" sz="5200" dirty="0"/>
              <a:t>Simple Regression: BMI</a:t>
            </a:r>
          </a:p>
        </p:txBody>
      </p:sp>
      <p:pic>
        <p:nvPicPr>
          <p:cNvPr id="9" name="Picture 8" descr="The image is a scatter plot showing the regression analysis of Body Mass Index (BMI) against logarithmically scaled charges (in dollars).&#10;&#10;AI-generated content may be incorrect.">
            <a:extLst>
              <a:ext uri="{FF2B5EF4-FFF2-40B4-BE49-F238E27FC236}">
                <a16:creationId xmlns:a16="http://schemas.microsoft.com/office/drawing/2014/main" id="{D941D16E-3ED6-9A62-6A13-4E00A94BE5B0}"/>
              </a:ext>
            </a:extLst>
          </p:cNvPr>
          <p:cNvPicPr>
            <a:picLocks noChangeAspect="1"/>
          </p:cNvPicPr>
          <p:nvPr/>
        </p:nvPicPr>
        <p:blipFill>
          <a:blip r:embed="rId2"/>
          <a:stretch>
            <a:fillRect/>
          </a:stretch>
        </p:blipFill>
        <p:spPr>
          <a:xfrm>
            <a:off x="385748" y="2957665"/>
            <a:ext cx="5419233" cy="3346376"/>
          </a:xfrm>
          <a:prstGeom prst="rect">
            <a:avLst/>
          </a:prstGeom>
        </p:spPr>
      </p:pic>
      <p:pic>
        <p:nvPicPr>
          <p:cNvPr id="7" name="Picture 6" descr="This scatter plot illustrates a regression analysis where BMI is plotted against the logarithm of charges, suggesting a potential correlation between higher charges and higher BMI values.&#10;&#10;AI-generated content may be incorrect.">
            <a:extLst>
              <a:ext uri="{FF2B5EF4-FFF2-40B4-BE49-F238E27FC236}">
                <a16:creationId xmlns:a16="http://schemas.microsoft.com/office/drawing/2014/main" id="{C1AF8E0B-9863-0E79-35DC-EB8DD7267BAF}"/>
              </a:ext>
            </a:extLst>
          </p:cNvPr>
          <p:cNvPicPr>
            <a:picLocks noChangeAspect="1"/>
          </p:cNvPicPr>
          <p:nvPr/>
        </p:nvPicPr>
        <p:blipFill>
          <a:blip r:embed="rId3"/>
          <a:stretch>
            <a:fillRect/>
          </a:stretch>
        </p:blipFill>
        <p:spPr>
          <a:xfrm>
            <a:off x="6387019" y="2957665"/>
            <a:ext cx="5419233" cy="3346376"/>
          </a:xfrm>
          <a:prstGeom prst="rect">
            <a:avLst/>
          </a:prstGeom>
        </p:spPr>
      </p:pic>
    </p:spTree>
    <p:extLst>
      <p:ext uri="{BB962C8B-B14F-4D97-AF65-F5344CB8AC3E}">
        <p14:creationId xmlns:p14="http://schemas.microsoft.com/office/powerpoint/2010/main" val="38394597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C1EE88-F4CA-88C9-6897-55EFE3365D1C}"/>
              </a:ext>
            </a:extLst>
          </p:cNvPr>
          <p:cNvSpPr>
            <a:spLocks noGrp="1"/>
          </p:cNvSpPr>
          <p:nvPr>
            <p:ph type="title"/>
          </p:nvPr>
        </p:nvSpPr>
        <p:spPr>
          <a:xfrm>
            <a:off x="808638" y="386930"/>
            <a:ext cx="9236700" cy="1188950"/>
          </a:xfrm>
        </p:spPr>
        <p:txBody>
          <a:bodyPr anchor="b">
            <a:normAutofit/>
          </a:bodyPr>
          <a:lstStyle/>
          <a:p>
            <a:r>
              <a:rPr lang="en-US" sz="5400"/>
              <a:t>Simple Regression: BMI</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FFC322-3D57-A388-D404-8ED6DB2007F3}"/>
              </a:ext>
            </a:extLst>
          </p:cNvPr>
          <p:cNvSpPr>
            <a:spLocks noGrp="1"/>
          </p:cNvSpPr>
          <p:nvPr>
            <p:ph idx="1"/>
          </p:nvPr>
        </p:nvSpPr>
        <p:spPr>
          <a:xfrm>
            <a:off x="793660" y="2599509"/>
            <a:ext cx="10143668" cy="3435531"/>
          </a:xfrm>
        </p:spPr>
        <p:txBody>
          <a:bodyPr anchor="ctr">
            <a:normAutofit/>
          </a:bodyPr>
          <a:lstStyle/>
          <a:p>
            <a:r>
              <a:rPr lang="en-US" sz="2400"/>
              <a:t>Results showed a statistically significant positive relationship between BMI and charges (p = 0.0002). The model explained only a small proportion of the overall variation in charges (R-squared = 0.0146), indicating that BMI alone has limited explanatory power.</a:t>
            </a:r>
          </a:p>
          <a:p>
            <a:r>
              <a:rPr lang="en-US" sz="2400"/>
              <a:t>Predictive performance was also weak. The training RMSE was $12,677.61 and the test RMSE was $12,579.86. Overall, BMI has a statistically meaningful relationship with insurance charges, yet it is not a strong standalone predictor, and additional variables are needed to improve prediction accuracy.</a:t>
            </a:r>
          </a:p>
        </p:txBody>
      </p:sp>
    </p:spTree>
    <p:extLst>
      <p:ext uri="{BB962C8B-B14F-4D97-AF65-F5344CB8AC3E}">
        <p14:creationId xmlns:p14="http://schemas.microsoft.com/office/powerpoint/2010/main" val="12331085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27599-3594-7D6B-3A40-BF0058214A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C4DBCF-019D-C7DB-586D-A08D7364F456}"/>
              </a:ext>
            </a:extLst>
          </p:cNvPr>
          <p:cNvSpPr>
            <a:spLocks noGrp="1"/>
          </p:cNvSpPr>
          <p:nvPr>
            <p:ph type="title"/>
          </p:nvPr>
        </p:nvSpPr>
        <p:spPr/>
        <p:txBody>
          <a:bodyPr/>
          <a:lstStyle/>
          <a:p>
            <a:r>
              <a:rPr lang="en-US" dirty="0"/>
              <a:t>Simple Regression: Age</a:t>
            </a:r>
          </a:p>
        </p:txBody>
      </p:sp>
      <p:sp>
        <p:nvSpPr>
          <p:cNvPr id="3" name="Content Placeholder 2">
            <a:extLst>
              <a:ext uri="{FF2B5EF4-FFF2-40B4-BE49-F238E27FC236}">
                <a16:creationId xmlns:a16="http://schemas.microsoft.com/office/drawing/2014/main" id="{B66477CD-B8C0-AA56-11F9-B677D950B5D3}"/>
              </a:ext>
            </a:extLst>
          </p:cNvPr>
          <p:cNvSpPr>
            <a:spLocks noGrp="1"/>
          </p:cNvSpPr>
          <p:nvPr>
            <p:ph idx="1"/>
          </p:nvPr>
        </p:nvSpPr>
        <p:spPr/>
        <p:txBody>
          <a:bodyPr/>
          <a:lstStyle/>
          <a:p>
            <a:r>
              <a:rPr lang="en-US" dirty="0"/>
              <a:t>Next a linear regression model using age as the sole predictor was created</a:t>
            </a:r>
          </a:p>
          <a:p>
            <a:r>
              <a:rPr lang="en-US" dirty="0"/>
              <a:t>Although there appears to be more than a linear pattern between age and insurance charges, this would help evaluate a simple prediction accuracy</a:t>
            </a:r>
          </a:p>
          <a:p>
            <a:endParaRPr lang="en-US" dirty="0"/>
          </a:p>
        </p:txBody>
      </p:sp>
      <p:pic>
        <p:nvPicPr>
          <p:cNvPr id="6" name="Picture 5">
            <a:extLst>
              <a:ext uri="{FF2B5EF4-FFF2-40B4-BE49-F238E27FC236}">
                <a16:creationId xmlns:a16="http://schemas.microsoft.com/office/drawing/2014/main" id="{68853D08-2D23-0526-FC76-F73262031C54}"/>
              </a:ext>
            </a:extLst>
          </p:cNvPr>
          <p:cNvPicPr>
            <a:picLocks noChangeAspect="1"/>
          </p:cNvPicPr>
          <p:nvPr/>
        </p:nvPicPr>
        <p:blipFill>
          <a:blip r:embed="rId2"/>
          <a:stretch>
            <a:fillRect/>
          </a:stretch>
        </p:blipFill>
        <p:spPr>
          <a:xfrm>
            <a:off x="3867497" y="4602427"/>
            <a:ext cx="4457006" cy="561002"/>
          </a:xfrm>
          <a:prstGeom prst="rect">
            <a:avLst/>
          </a:prstGeom>
        </p:spPr>
      </p:pic>
    </p:spTree>
    <p:extLst>
      <p:ext uri="{BB962C8B-B14F-4D97-AF65-F5344CB8AC3E}">
        <p14:creationId xmlns:p14="http://schemas.microsoft.com/office/powerpoint/2010/main" val="8764013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3E310-AE69-4F68-EBAB-1448C882631D}"/>
              </a:ext>
            </a:extLst>
          </p:cNvPr>
          <p:cNvSpPr>
            <a:spLocks noGrp="1"/>
          </p:cNvSpPr>
          <p:nvPr>
            <p:ph type="title"/>
          </p:nvPr>
        </p:nvSpPr>
        <p:spPr/>
        <p:txBody>
          <a:bodyPr/>
          <a:lstStyle/>
          <a:p>
            <a:pPr algn="ctr"/>
            <a:r>
              <a:rPr lang="en-US" dirty="0"/>
              <a:t>Simple Regression: Age</a:t>
            </a:r>
          </a:p>
        </p:txBody>
      </p:sp>
      <p:pic>
        <p:nvPicPr>
          <p:cNvPr id="6" name="Content Placeholder 5" descr="The image displays a scatter plot with age on the x-axis and logarithm of dollars (charges) on the y-axis, depicting a regression line that suggests a relationship between age and the magnitude of charges.&#10;&#10;AI-generated content may be incorrect.">
            <a:extLst>
              <a:ext uri="{FF2B5EF4-FFF2-40B4-BE49-F238E27FC236}">
                <a16:creationId xmlns:a16="http://schemas.microsoft.com/office/drawing/2014/main" id="{D1981DFC-17EC-0578-660A-B22AF5840414}"/>
              </a:ext>
            </a:extLst>
          </p:cNvPr>
          <p:cNvPicPr>
            <a:picLocks noGrp="1" noChangeAspect="1"/>
          </p:cNvPicPr>
          <p:nvPr>
            <p:ph idx="1"/>
          </p:nvPr>
        </p:nvPicPr>
        <p:blipFill>
          <a:blip r:embed="rId2"/>
          <a:stretch>
            <a:fillRect/>
          </a:stretch>
        </p:blipFill>
        <p:spPr>
          <a:xfrm>
            <a:off x="0" y="1690688"/>
            <a:ext cx="6036734" cy="3725527"/>
          </a:xfrm>
          <a:prstGeom prst="rect">
            <a:avLst/>
          </a:prstGeom>
        </p:spPr>
      </p:pic>
      <p:pic>
        <p:nvPicPr>
          <p:cNvPr id="9" name="Picture 8" descr="The image displays a scatter plot showing a positive correlation between age (in years) and the logarithm of charges (in dollars).&#10;&#10;AI-generated content may be incorrect.">
            <a:extLst>
              <a:ext uri="{FF2B5EF4-FFF2-40B4-BE49-F238E27FC236}">
                <a16:creationId xmlns:a16="http://schemas.microsoft.com/office/drawing/2014/main" id="{2576A819-5484-2DBB-77FA-B18A6FB9F15F}"/>
              </a:ext>
            </a:extLst>
          </p:cNvPr>
          <p:cNvPicPr>
            <a:picLocks noChangeAspect="1"/>
          </p:cNvPicPr>
          <p:nvPr/>
        </p:nvPicPr>
        <p:blipFill>
          <a:blip r:embed="rId3"/>
          <a:stretch>
            <a:fillRect/>
          </a:stretch>
        </p:blipFill>
        <p:spPr>
          <a:xfrm>
            <a:off x="6155268" y="1690687"/>
            <a:ext cx="6036734" cy="3725527"/>
          </a:xfrm>
          <a:prstGeom prst="rect">
            <a:avLst/>
          </a:prstGeom>
        </p:spPr>
      </p:pic>
    </p:spTree>
    <p:extLst>
      <p:ext uri="{BB962C8B-B14F-4D97-AF65-F5344CB8AC3E}">
        <p14:creationId xmlns:p14="http://schemas.microsoft.com/office/powerpoint/2010/main" val="23599443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D76471-A03E-09E7-7B6E-0F0574C5D8B5}"/>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8" name="Rectangle 17">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DC0E40-C0A3-716D-DF44-8CF8455FAB43}"/>
              </a:ext>
            </a:extLst>
          </p:cNvPr>
          <p:cNvSpPr>
            <a:spLocks noGrp="1"/>
          </p:cNvSpPr>
          <p:nvPr>
            <p:ph type="title"/>
          </p:nvPr>
        </p:nvSpPr>
        <p:spPr>
          <a:xfrm>
            <a:off x="1282963" y="1238080"/>
            <a:ext cx="9849751" cy="1349671"/>
          </a:xfrm>
        </p:spPr>
        <p:txBody>
          <a:bodyPr anchor="b">
            <a:normAutofit/>
          </a:bodyPr>
          <a:lstStyle/>
          <a:p>
            <a:r>
              <a:rPr lang="en-US" sz="5400"/>
              <a:t>Simple Regression: Age</a:t>
            </a:r>
          </a:p>
        </p:txBody>
      </p:sp>
      <p:sp>
        <p:nvSpPr>
          <p:cNvPr id="3" name="Content Placeholder 2">
            <a:extLst>
              <a:ext uri="{FF2B5EF4-FFF2-40B4-BE49-F238E27FC236}">
                <a16:creationId xmlns:a16="http://schemas.microsoft.com/office/drawing/2014/main" id="{8155E268-338E-1A86-0187-745031525A61}"/>
              </a:ext>
            </a:extLst>
          </p:cNvPr>
          <p:cNvSpPr>
            <a:spLocks noGrp="1"/>
          </p:cNvSpPr>
          <p:nvPr>
            <p:ph idx="1"/>
          </p:nvPr>
        </p:nvSpPr>
        <p:spPr>
          <a:xfrm>
            <a:off x="1289304" y="2902913"/>
            <a:ext cx="9849751" cy="3032168"/>
          </a:xfrm>
        </p:spPr>
        <p:txBody>
          <a:bodyPr anchor="ctr">
            <a:normAutofit/>
          </a:bodyPr>
          <a:lstStyle/>
          <a:p>
            <a:r>
              <a:rPr lang="en-US" sz="2000"/>
              <a:t>Results showed a statistically significant positive relationship between BMI and charges (p &lt; 2e-16). The model explained a substantially larger portion of the variation in charges than the BMI model (R-squared = 0.2742), indicating that age is a much stronger lone predictor of insurance costs. Likewise, training RMSE was $12,062.52 and the test RMSE was $11,993.45.</a:t>
            </a:r>
          </a:p>
          <a:p>
            <a:r>
              <a:rPr lang="en-US" sz="2000"/>
              <a:t>Overall, age has a strong and statistically meaningful relationship with insurance charges, and it performs considerably better than BMI as a single predictor. However, prediction error remained sizable, indicating that additional variables are still necessary for more accurate cost estimation.</a:t>
            </a:r>
          </a:p>
          <a:p>
            <a:endParaRPr lang="en-US" sz="2000"/>
          </a:p>
        </p:txBody>
      </p:sp>
    </p:spTree>
    <p:extLst>
      <p:ext uri="{BB962C8B-B14F-4D97-AF65-F5344CB8AC3E}">
        <p14:creationId xmlns:p14="http://schemas.microsoft.com/office/powerpoint/2010/main" val="6533367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E09C7-363B-97D8-4685-541E375595E1}"/>
              </a:ext>
            </a:extLst>
          </p:cNvPr>
          <p:cNvSpPr>
            <a:spLocks noGrp="1"/>
          </p:cNvSpPr>
          <p:nvPr>
            <p:ph type="title"/>
          </p:nvPr>
        </p:nvSpPr>
        <p:spPr/>
        <p:txBody>
          <a:bodyPr/>
          <a:lstStyle/>
          <a:p>
            <a:r>
              <a:rPr lang="en-US" dirty="0"/>
              <a:t>Multiple Regression</a:t>
            </a:r>
          </a:p>
        </p:txBody>
      </p:sp>
      <p:sp>
        <p:nvSpPr>
          <p:cNvPr id="9" name="Content Placeholder 8">
            <a:extLst>
              <a:ext uri="{FF2B5EF4-FFF2-40B4-BE49-F238E27FC236}">
                <a16:creationId xmlns:a16="http://schemas.microsoft.com/office/drawing/2014/main" id="{136CE09F-92FB-9CC4-101F-7C27A761EFC2}"/>
              </a:ext>
            </a:extLst>
          </p:cNvPr>
          <p:cNvSpPr>
            <a:spLocks noGrp="1"/>
          </p:cNvSpPr>
          <p:nvPr>
            <p:ph idx="1"/>
          </p:nvPr>
        </p:nvSpPr>
        <p:spPr/>
        <p:txBody>
          <a:bodyPr/>
          <a:lstStyle/>
          <a:p>
            <a:r>
              <a:rPr lang="en-US" dirty="0"/>
              <a:t>This approach was appropriate because the response variable is continuous, and multiple linear regression allows the effect of each predictor to be evaluated while controlling for all other variables.</a:t>
            </a:r>
          </a:p>
        </p:txBody>
      </p:sp>
      <p:pic>
        <p:nvPicPr>
          <p:cNvPr id="11" name="Picture 10">
            <a:extLst>
              <a:ext uri="{FF2B5EF4-FFF2-40B4-BE49-F238E27FC236}">
                <a16:creationId xmlns:a16="http://schemas.microsoft.com/office/drawing/2014/main" id="{8486F455-DFD6-E8DF-C044-EA00FE66D3E9}"/>
              </a:ext>
            </a:extLst>
          </p:cNvPr>
          <p:cNvPicPr>
            <a:picLocks noChangeAspect="1"/>
          </p:cNvPicPr>
          <p:nvPr/>
        </p:nvPicPr>
        <p:blipFill>
          <a:blip r:embed="rId2"/>
          <a:stretch>
            <a:fillRect/>
          </a:stretch>
        </p:blipFill>
        <p:spPr>
          <a:xfrm>
            <a:off x="1451065" y="4247456"/>
            <a:ext cx="9289869" cy="637811"/>
          </a:xfrm>
          <a:prstGeom prst="rect">
            <a:avLst/>
          </a:prstGeom>
        </p:spPr>
      </p:pic>
    </p:spTree>
    <p:extLst>
      <p:ext uri="{BB962C8B-B14F-4D97-AF65-F5344CB8AC3E}">
        <p14:creationId xmlns:p14="http://schemas.microsoft.com/office/powerpoint/2010/main" val="22804816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44BAB-496D-39AC-230F-119D5A6338B7}"/>
              </a:ext>
            </a:extLst>
          </p:cNvPr>
          <p:cNvSpPr>
            <a:spLocks noGrp="1"/>
          </p:cNvSpPr>
          <p:nvPr>
            <p:ph type="title"/>
          </p:nvPr>
        </p:nvSpPr>
        <p:spPr/>
        <p:txBody>
          <a:bodyPr/>
          <a:lstStyle/>
          <a:p>
            <a:r>
              <a:rPr lang="en-US" dirty="0"/>
              <a:t>Multiple Regression: All Predictors</a:t>
            </a:r>
          </a:p>
        </p:txBody>
      </p:sp>
      <p:sp>
        <p:nvSpPr>
          <p:cNvPr id="3" name="Content Placeholder 2">
            <a:extLst>
              <a:ext uri="{FF2B5EF4-FFF2-40B4-BE49-F238E27FC236}">
                <a16:creationId xmlns:a16="http://schemas.microsoft.com/office/drawing/2014/main" id="{2DFB8CF7-CF26-70C4-E1C5-47993BD21119}"/>
              </a:ext>
            </a:extLst>
          </p:cNvPr>
          <p:cNvSpPr>
            <a:spLocks noGrp="1"/>
          </p:cNvSpPr>
          <p:nvPr>
            <p:ph idx="1"/>
          </p:nvPr>
        </p:nvSpPr>
        <p:spPr/>
        <p:txBody>
          <a:bodyPr/>
          <a:lstStyle/>
          <a:p>
            <a:r>
              <a:rPr lang="en-US" dirty="0"/>
              <a:t>The first model includes smoking status, age, number of children, BMI, region, and sex as predictors</a:t>
            </a:r>
          </a:p>
          <a:p>
            <a:r>
              <a:rPr lang="en-US" dirty="0"/>
              <a:t>This serves as a comprehensive benchmark using all demographic and health-related information available in the dataset</a:t>
            </a:r>
          </a:p>
        </p:txBody>
      </p:sp>
      <p:pic>
        <p:nvPicPr>
          <p:cNvPr id="7" name="Picture 6">
            <a:extLst>
              <a:ext uri="{FF2B5EF4-FFF2-40B4-BE49-F238E27FC236}">
                <a16:creationId xmlns:a16="http://schemas.microsoft.com/office/drawing/2014/main" id="{73588311-B20E-9EBF-07A5-53673C4AE01A}"/>
              </a:ext>
            </a:extLst>
          </p:cNvPr>
          <p:cNvPicPr>
            <a:picLocks noChangeAspect="1"/>
          </p:cNvPicPr>
          <p:nvPr/>
        </p:nvPicPr>
        <p:blipFill>
          <a:blip r:embed="rId2"/>
          <a:stretch>
            <a:fillRect/>
          </a:stretch>
        </p:blipFill>
        <p:spPr>
          <a:xfrm>
            <a:off x="573420" y="4109753"/>
            <a:ext cx="11045159" cy="318375"/>
          </a:xfrm>
          <a:prstGeom prst="rect">
            <a:avLst/>
          </a:prstGeom>
        </p:spPr>
      </p:pic>
      <p:pic>
        <p:nvPicPr>
          <p:cNvPr id="9" name="Picture 8">
            <a:extLst>
              <a:ext uri="{FF2B5EF4-FFF2-40B4-BE49-F238E27FC236}">
                <a16:creationId xmlns:a16="http://schemas.microsoft.com/office/drawing/2014/main" id="{10E614A9-A70D-94AF-410E-EA49D4AE6369}"/>
              </a:ext>
            </a:extLst>
          </p:cNvPr>
          <p:cNvPicPr>
            <a:picLocks noChangeAspect="1"/>
          </p:cNvPicPr>
          <p:nvPr/>
        </p:nvPicPr>
        <p:blipFill>
          <a:blip r:embed="rId3"/>
          <a:stretch>
            <a:fillRect/>
          </a:stretch>
        </p:blipFill>
        <p:spPr>
          <a:xfrm>
            <a:off x="1100667" y="4430081"/>
            <a:ext cx="8383783" cy="265968"/>
          </a:xfrm>
          <a:prstGeom prst="rect">
            <a:avLst/>
          </a:prstGeom>
        </p:spPr>
      </p:pic>
    </p:spTree>
    <p:extLst>
      <p:ext uri="{BB962C8B-B14F-4D97-AF65-F5344CB8AC3E}">
        <p14:creationId xmlns:p14="http://schemas.microsoft.com/office/powerpoint/2010/main" val="8253827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751FF5-BD9C-6303-B8D0-3623D0F3B9A7}"/>
              </a:ext>
            </a:extLst>
          </p:cNvPr>
          <p:cNvSpPr>
            <a:spLocks noGrp="1"/>
          </p:cNvSpPr>
          <p:nvPr>
            <p:ph type="title"/>
          </p:nvPr>
        </p:nvSpPr>
        <p:spPr>
          <a:xfrm>
            <a:off x="1043631" y="809898"/>
            <a:ext cx="9942716" cy="1554480"/>
          </a:xfrm>
        </p:spPr>
        <p:txBody>
          <a:bodyPr anchor="ctr">
            <a:normAutofit/>
          </a:bodyPr>
          <a:lstStyle/>
          <a:p>
            <a:r>
              <a:rPr lang="en-US" sz="4800"/>
              <a:t>Multiple Regression: All Predictors</a:t>
            </a:r>
          </a:p>
        </p:txBody>
      </p:sp>
      <p:sp>
        <p:nvSpPr>
          <p:cNvPr id="3" name="Content Placeholder 2">
            <a:extLst>
              <a:ext uri="{FF2B5EF4-FFF2-40B4-BE49-F238E27FC236}">
                <a16:creationId xmlns:a16="http://schemas.microsoft.com/office/drawing/2014/main" id="{4E493701-35A5-84A0-EDC2-AA91FE9E6D57}"/>
              </a:ext>
            </a:extLst>
          </p:cNvPr>
          <p:cNvSpPr>
            <a:spLocks noGrp="1"/>
          </p:cNvSpPr>
          <p:nvPr>
            <p:ph idx="1"/>
          </p:nvPr>
        </p:nvSpPr>
        <p:spPr>
          <a:xfrm>
            <a:off x="1045028" y="3017522"/>
            <a:ext cx="9941319" cy="3124658"/>
          </a:xfrm>
        </p:spPr>
        <p:txBody>
          <a:bodyPr anchor="ctr">
            <a:normAutofit/>
          </a:bodyPr>
          <a:lstStyle/>
          <a:p>
            <a:r>
              <a:rPr lang="en-US" sz="2400"/>
              <a:t>Results showed a strong overall fit, with an R-squared of 0.772, meaning that approximately 77.2% of the variation in insurance charges was explained by the predictors.</a:t>
            </a:r>
          </a:p>
          <a:p>
            <a:r>
              <a:rPr lang="en-US" sz="2400"/>
              <a:t>This is a substantial improvement over the simple regression models using only BMI or age. The model was also highly statistically significant overall (p &lt; 2.2e-16), indicating that the predictors collectively provide meaningful explanatory power.</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54505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69B37F-B4D2-87A1-9319-10A8FFE6EF35}"/>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40EEA9-9D15-AEB8-5D21-30F283451CBC}"/>
              </a:ext>
            </a:extLst>
          </p:cNvPr>
          <p:cNvSpPr>
            <a:spLocks noGrp="1"/>
          </p:cNvSpPr>
          <p:nvPr>
            <p:ph type="title"/>
          </p:nvPr>
        </p:nvSpPr>
        <p:spPr>
          <a:xfrm>
            <a:off x="808638" y="386930"/>
            <a:ext cx="9236700" cy="1188950"/>
          </a:xfrm>
        </p:spPr>
        <p:txBody>
          <a:bodyPr anchor="b">
            <a:normAutofit/>
          </a:bodyPr>
          <a:lstStyle/>
          <a:p>
            <a:r>
              <a:rPr lang="en-US" sz="5000"/>
              <a:t>Multiple Regression: All Predictors</a:t>
            </a:r>
          </a:p>
        </p:txBody>
      </p:sp>
      <p:grpSp>
        <p:nvGrpSpPr>
          <p:cNvPr id="20" name="Group 1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1" name="Rectangle 2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D210F1E-6794-4C54-FD5D-5653F52E92B0}"/>
              </a:ext>
            </a:extLst>
          </p:cNvPr>
          <p:cNvSpPr>
            <a:spLocks noGrp="1"/>
          </p:cNvSpPr>
          <p:nvPr>
            <p:ph idx="1"/>
          </p:nvPr>
        </p:nvSpPr>
        <p:spPr>
          <a:xfrm>
            <a:off x="793660" y="2599509"/>
            <a:ext cx="10143668" cy="3435531"/>
          </a:xfrm>
        </p:spPr>
        <p:txBody>
          <a:bodyPr anchor="ctr">
            <a:normAutofit/>
          </a:bodyPr>
          <a:lstStyle/>
          <a:p>
            <a:r>
              <a:rPr lang="en-US" sz="2400"/>
              <a:t>Smoking status was the strongest predictor in the model. Holding other variables constant, smokers were associated with dramatically higher expected insurance charges than non-smokers.</a:t>
            </a:r>
          </a:p>
          <a:p>
            <a:r>
              <a:rPr lang="en-US" sz="2400"/>
              <a:t>Age was also a major positive predictor, with charges increasing as individuals became older.</a:t>
            </a:r>
          </a:p>
          <a:p>
            <a:r>
              <a:rPr lang="en-US" sz="2400"/>
              <a:t>BMI had a statistically significant positive effect, indicating higher charges for individuals with larger BMI values. </a:t>
            </a:r>
          </a:p>
        </p:txBody>
      </p:sp>
    </p:spTree>
    <p:extLst>
      <p:ext uri="{BB962C8B-B14F-4D97-AF65-F5344CB8AC3E}">
        <p14:creationId xmlns:p14="http://schemas.microsoft.com/office/powerpoint/2010/main" val="38662766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73610F-531A-D5C5-633B-8EFDC9F7CEF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3A7BB0-09F5-3BD5-33BE-A7A8410B35C6}"/>
              </a:ext>
            </a:extLst>
          </p:cNvPr>
          <p:cNvSpPr>
            <a:spLocks noGrp="1"/>
          </p:cNvSpPr>
          <p:nvPr>
            <p:ph type="title"/>
          </p:nvPr>
        </p:nvSpPr>
        <p:spPr>
          <a:xfrm>
            <a:off x="1282963" y="1238080"/>
            <a:ext cx="9849751" cy="1349671"/>
          </a:xfrm>
        </p:spPr>
        <p:txBody>
          <a:bodyPr anchor="b">
            <a:normAutofit/>
          </a:bodyPr>
          <a:lstStyle/>
          <a:p>
            <a:r>
              <a:rPr lang="en-US" sz="5400"/>
              <a:t>Multiple Regression: All Predictors</a:t>
            </a:r>
          </a:p>
        </p:txBody>
      </p:sp>
      <p:sp>
        <p:nvSpPr>
          <p:cNvPr id="3" name="Content Placeholder 2">
            <a:extLst>
              <a:ext uri="{FF2B5EF4-FFF2-40B4-BE49-F238E27FC236}">
                <a16:creationId xmlns:a16="http://schemas.microsoft.com/office/drawing/2014/main" id="{50B07744-BCA0-CAED-83E9-DF1322169B57}"/>
              </a:ext>
            </a:extLst>
          </p:cNvPr>
          <p:cNvSpPr>
            <a:spLocks noGrp="1"/>
          </p:cNvSpPr>
          <p:nvPr>
            <p:ph idx="1"/>
          </p:nvPr>
        </p:nvSpPr>
        <p:spPr>
          <a:xfrm>
            <a:off x="1289304" y="2902913"/>
            <a:ext cx="9849751" cy="3032168"/>
          </a:xfrm>
        </p:spPr>
        <p:txBody>
          <a:bodyPr anchor="ctr">
            <a:normAutofit/>
          </a:bodyPr>
          <a:lstStyle/>
          <a:p>
            <a:r>
              <a:rPr lang="en-US" sz="2000"/>
              <a:t>Several categories of the children variable were also significant, suggesting family size may influence insurance costs.</a:t>
            </a:r>
          </a:p>
          <a:p>
            <a:r>
              <a:rPr lang="en-US" sz="2000"/>
              <a:t>Regional differences were present, with some regions showing lower expected charges relative to the reference group.</a:t>
            </a:r>
          </a:p>
          <a:p>
            <a:r>
              <a:rPr lang="en-US" sz="2000"/>
              <a:t>Sex was statistically significant as well, with males associated with slightly lower expected charges than females after controlling for other factors.</a:t>
            </a:r>
          </a:p>
        </p:txBody>
      </p:sp>
    </p:spTree>
    <p:extLst>
      <p:ext uri="{BB962C8B-B14F-4D97-AF65-F5344CB8AC3E}">
        <p14:creationId xmlns:p14="http://schemas.microsoft.com/office/powerpoint/2010/main" val="9965519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49B88-AC77-D8B8-DDD7-AA92532BDC36}"/>
              </a:ext>
            </a:extLst>
          </p:cNvPr>
          <p:cNvSpPr>
            <a:spLocks noGrp="1"/>
          </p:cNvSpPr>
          <p:nvPr>
            <p:ph type="title"/>
          </p:nvPr>
        </p:nvSpPr>
        <p:spPr/>
        <p:txBody>
          <a:bodyPr/>
          <a:lstStyle/>
          <a:p>
            <a:r>
              <a:rPr lang="en-US" dirty="0"/>
              <a:t>Multiple Regression: All Predictors</a:t>
            </a:r>
          </a:p>
        </p:txBody>
      </p:sp>
      <p:graphicFrame>
        <p:nvGraphicFramePr>
          <p:cNvPr id="5" name="Content Placeholder 2">
            <a:extLst>
              <a:ext uri="{FF2B5EF4-FFF2-40B4-BE49-F238E27FC236}">
                <a16:creationId xmlns:a16="http://schemas.microsoft.com/office/drawing/2014/main" id="{09F349DB-15E4-A948-7C32-DF10E592368A}"/>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66846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FFC54-8B5C-00D0-6F76-6C706E0945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48CDA8-76D4-AF9B-32F7-6366E2802A59}"/>
              </a:ext>
            </a:extLst>
          </p:cNvPr>
          <p:cNvSpPr>
            <a:spLocks noGrp="1"/>
          </p:cNvSpPr>
          <p:nvPr>
            <p:ph type="title"/>
          </p:nvPr>
        </p:nvSpPr>
        <p:spPr/>
        <p:txBody>
          <a:bodyPr/>
          <a:lstStyle/>
          <a:p>
            <a:r>
              <a:rPr lang="en-US" dirty="0"/>
              <a:t>Multiple Regression: Simplified Model </a:t>
            </a:r>
          </a:p>
        </p:txBody>
      </p:sp>
      <p:sp>
        <p:nvSpPr>
          <p:cNvPr id="3" name="Content Placeholder 2">
            <a:extLst>
              <a:ext uri="{FF2B5EF4-FFF2-40B4-BE49-F238E27FC236}">
                <a16:creationId xmlns:a16="http://schemas.microsoft.com/office/drawing/2014/main" id="{5ACC4E9F-1DC3-F4B3-3C25-EF230C6D13D0}"/>
              </a:ext>
            </a:extLst>
          </p:cNvPr>
          <p:cNvSpPr>
            <a:spLocks noGrp="1"/>
          </p:cNvSpPr>
          <p:nvPr>
            <p:ph idx="1"/>
          </p:nvPr>
        </p:nvSpPr>
        <p:spPr/>
        <p:txBody>
          <a:bodyPr/>
          <a:lstStyle/>
          <a:p>
            <a:r>
              <a:rPr lang="en-US" dirty="0"/>
              <a:t>A simplified multiple regression model was developed using only the most influential predictors and interaction terms. The model included smoking status, age, BMI, and interactions between smoking status with both age and BMI</a:t>
            </a:r>
          </a:p>
          <a:p>
            <a:r>
              <a:rPr lang="en-US" dirty="0"/>
              <a:t>This reduced model was designed to improve interpretability while retaining variables most strongly associated with insurance costs</a:t>
            </a:r>
          </a:p>
        </p:txBody>
      </p:sp>
      <p:pic>
        <p:nvPicPr>
          <p:cNvPr id="5" name="Picture 4">
            <a:extLst>
              <a:ext uri="{FF2B5EF4-FFF2-40B4-BE49-F238E27FC236}">
                <a16:creationId xmlns:a16="http://schemas.microsoft.com/office/drawing/2014/main" id="{BA503F00-A328-3090-4900-716A3B913570}"/>
              </a:ext>
            </a:extLst>
          </p:cNvPr>
          <p:cNvPicPr>
            <a:picLocks noChangeAspect="1"/>
          </p:cNvPicPr>
          <p:nvPr/>
        </p:nvPicPr>
        <p:blipFill>
          <a:blip r:embed="rId3"/>
          <a:stretch>
            <a:fillRect/>
          </a:stretch>
        </p:blipFill>
        <p:spPr>
          <a:xfrm>
            <a:off x="120384" y="4881868"/>
            <a:ext cx="11951232" cy="443665"/>
          </a:xfrm>
          <a:prstGeom prst="rect">
            <a:avLst/>
          </a:prstGeom>
        </p:spPr>
      </p:pic>
    </p:spTree>
    <p:extLst>
      <p:ext uri="{BB962C8B-B14F-4D97-AF65-F5344CB8AC3E}">
        <p14:creationId xmlns:p14="http://schemas.microsoft.com/office/powerpoint/2010/main" val="31451118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8D09E1-3A83-44B3-CE75-EF5667BEB8C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0" name="Rectangle 19">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4018F0-91AF-A946-923C-5B17BC954A99}"/>
              </a:ext>
            </a:extLst>
          </p:cNvPr>
          <p:cNvSpPr>
            <a:spLocks noGrp="1"/>
          </p:cNvSpPr>
          <p:nvPr>
            <p:ph type="title"/>
          </p:nvPr>
        </p:nvSpPr>
        <p:spPr>
          <a:xfrm>
            <a:off x="1043631" y="809898"/>
            <a:ext cx="9942716" cy="1554480"/>
          </a:xfrm>
        </p:spPr>
        <p:txBody>
          <a:bodyPr anchor="ctr">
            <a:normAutofit/>
          </a:bodyPr>
          <a:lstStyle/>
          <a:p>
            <a:r>
              <a:rPr lang="en-US" sz="4800"/>
              <a:t>Multiple Regression: Simplified Model </a:t>
            </a:r>
          </a:p>
        </p:txBody>
      </p:sp>
      <p:sp>
        <p:nvSpPr>
          <p:cNvPr id="23" name="Content Placeholder 2">
            <a:extLst>
              <a:ext uri="{FF2B5EF4-FFF2-40B4-BE49-F238E27FC236}">
                <a16:creationId xmlns:a16="http://schemas.microsoft.com/office/drawing/2014/main" id="{973476D3-CB46-6094-1DEA-EA354E3225B3}"/>
              </a:ext>
            </a:extLst>
          </p:cNvPr>
          <p:cNvSpPr>
            <a:spLocks noGrp="1"/>
          </p:cNvSpPr>
          <p:nvPr>
            <p:ph idx="1"/>
          </p:nvPr>
        </p:nvSpPr>
        <p:spPr>
          <a:xfrm>
            <a:off x="1045028" y="3017522"/>
            <a:ext cx="9941319" cy="3124658"/>
          </a:xfrm>
        </p:spPr>
        <p:txBody>
          <a:bodyPr anchor="ctr">
            <a:normAutofit/>
          </a:bodyPr>
          <a:lstStyle/>
          <a:p>
            <a:r>
              <a:rPr lang="en-US" sz="2400"/>
              <a:t>Results showed excellent overall performance, with an R-squared of 0.7962, meaning that approximately 79.6% of the variation in insurance charges was explained by the model. This exceeded the performance of the full multiple regression model, despite using fewer predictors. </a:t>
            </a:r>
          </a:p>
          <a:p>
            <a:r>
              <a:rPr lang="en-US" sz="2400"/>
              <a:t>The model was highly statistically significant overall (p &lt; 2e-16), indicating strong explanatory value.</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31527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F47BE3-EC12-D3DE-6061-A974401701E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443F80-EFCC-2563-0158-CA1B4145F456}"/>
              </a:ext>
            </a:extLst>
          </p:cNvPr>
          <p:cNvSpPr>
            <a:spLocks noGrp="1"/>
          </p:cNvSpPr>
          <p:nvPr>
            <p:ph type="title"/>
          </p:nvPr>
        </p:nvSpPr>
        <p:spPr>
          <a:xfrm>
            <a:off x="808638" y="386930"/>
            <a:ext cx="9236700" cy="1188950"/>
          </a:xfrm>
        </p:spPr>
        <p:txBody>
          <a:bodyPr anchor="b">
            <a:normAutofit/>
          </a:bodyPr>
          <a:lstStyle/>
          <a:p>
            <a:r>
              <a:rPr lang="en-US" sz="4600"/>
              <a:t>Multiple Regression: Simplified Model </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66639E3-3764-0BEC-7C38-DFFF702E49D1}"/>
              </a:ext>
            </a:extLst>
          </p:cNvPr>
          <p:cNvSpPr>
            <a:spLocks noGrp="1"/>
          </p:cNvSpPr>
          <p:nvPr>
            <p:ph idx="1"/>
          </p:nvPr>
        </p:nvSpPr>
        <p:spPr>
          <a:xfrm>
            <a:off x="793660" y="2599509"/>
            <a:ext cx="10143668" cy="3435531"/>
          </a:xfrm>
        </p:spPr>
        <p:txBody>
          <a:bodyPr anchor="ctr">
            <a:normAutofit/>
          </a:bodyPr>
          <a:lstStyle/>
          <a:p>
            <a:r>
              <a:rPr lang="en-US" sz="2200"/>
              <a:t>Predictive performance improved substantially compared with previous regression models. The training RMSE was $5,387.14 and the test RMSE was $4,978.82. These were the lowest error values among the linear regression models considered, indicating strong prediction accuracy. </a:t>
            </a:r>
          </a:p>
          <a:p>
            <a:r>
              <a:rPr lang="en-US" sz="2200"/>
              <a:t>Overall, the simplified regression model performed exceptionally well while using fewer predictors than the full model. The results indicate that smoking status, age, and the interaction between smoking and BMI are central drivers of healthcare insurance charges. This model demonstrates that a carefully selected set of variables can outperform a more complex model while remaining easier to interpret.</a:t>
            </a:r>
          </a:p>
          <a:p>
            <a:endParaRPr lang="en-US" sz="2200"/>
          </a:p>
        </p:txBody>
      </p:sp>
    </p:spTree>
    <p:extLst>
      <p:ext uri="{BB962C8B-B14F-4D97-AF65-F5344CB8AC3E}">
        <p14:creationId xmlns:p14="http://schemas.microsoft.com/office/powerpoint/2010/main" val="3480945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C92F36-55C5-55CA-4032-623A80933D3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F92EDC-05D7-F4FE-D61D-A8A24162510E}"/>
              </a:ext>
            </a:extLst>
          </p:cNvPr>
          <p:cNvSpPr>
            <a:spLocks noGrp="1"/>
          </p:cNvSpPr>
          <p:nvPr>
            <p:ph type="title"/>
          </p:nvPr>
        </p:nvSpPr>
        <p:spPr>
          <a:xfrm>
            <a:off x="1282963" y="1238080"/>
            <a:ext cx="9849751" cy="1349671"/>
          </a:xfrm>
        </p:spPr>
        <p:txBody>
          <a:bodyPr anchor="b">
            <a:normAutofit/>
          </a:bodyPr>
          <a:lstStyle/>
          <a:p>
            <a:r>
              <a:rPr lang="en-US" sz="5400"/>
              <a:t>Decision Trees</a:t>
            </a:r>
          </a:p>
        </p:txBody>
      </p:sp>
      <p:sp>
        <p:nvSpPr>
          <p:cNvPr id="3" name="Content Placeholder 2">
            <a:extLst>
              <a:ext uri="{FF2B5EF4-FFF2-40B4-BE49-F238E27FC236}">
                <a16:creationId xmlns:a16="http://schemas.microsoft.com/office/drawing/2014/main" id="{FE541C1A-3B7D-9997-5B76-97CAE6D6667A}"/>
              </a:ext>
            </a:extLst>
          </p:cNvPr>
          <p:cNvSpPr>
            <a:spLocks noGrp="1"/>
          </p:cNvSpPr>
          <p:nvPr>
            <p:ph idx="1"/>
          </p:nvPr>
        </p:nvSpPr>
        <p:spPr>
          <a:xfrm>
            <a:off x="1289304" y="2902913"/>
            <a:ext cx="9849751" cy="3032168"/>
          </a:xfrm>
        </p:spPr>
        <p:txBody>
          <a:bodyPr anchor="ctr">
            <a:normAutofit/>
          </a:bodyPr>
          <a:lstStyle/>
          <a:p>
            <a:r>
              <a:rPr lang="en-US" sz="2000"/>
              <a:t>Regression trees were an appropriate method because they can capture nonlinear relationships and interaction effects without requiring the strict assumptions of linear regression</a:t>
            </a:r>
          </a:p>
          <a:p>
            <a:r>
              <a:rPr lang="en-US" sz="2000"/>
              <a:t>Compared with multiple linear regression, regression trees offered a more flexible structure by identifying decision rules based on predictor thresholds</a:t>
            </a:r>
          </a:p>
          <a:p>
            <a:endParaRPr lang="en-US" sz="2000"/>
          </a:p>
        </p:txBody>
      </p:sp>
    </p:spTree>
    <p:extLst>
      <p:ext uri="{BB962C8B-B14F-4D97-AF65-F5344CB8AC3E}">
        <p14:creationId xmlns:p14="http://schemas.microsoft.com/office/powerpoint/2010/main" val="13982075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F2B286-4D00-3D12-A349-4026A489A667}"/>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FE5232-BECC-E9F8-B18C-BA770A045600}"/>
              </a:ext>
            </a:extLst>
          </p:cNvPr>
          <p:cNvSpPr>
            <a:spLocks noGrp="1"/>
          </p:cNvSpPr>
          <p:nvPr>
            <p:ph type="title"/>
          </p:nvPr>
        </p:nvSpPr>
        <p:spPr>
          <a:xfrm>
            <a:off x="761800" y="762001"/>
            <a:ext cx="5334197" cy="1708242"/>
          </a:xfrm>
        </p:spPr>
        <p:txBody>
          <a:bodyPr anchor="ctr">
            <a:normAutofit/>
          </a:bodyPr>
          <a:lstStyle/>
          <a:p>
            <a:r>
              <a:rPr lang="en-US" sz="4000"/>
              <a:t>Decision Trees: All Predictors</a:t>
            </a:r>
          </a:p>
        </p:txBody>
      </p:sp>
      <p:sp>
        <p:nvSpPr>
          <p:cNvPr id="3" name="Content Placeholder 2">
            <a:extLst>
              <a:ext uri="{FF2B5EF4-FFF2-40B4-BE49-F238E27FC236}">
                <a16:creationId xmlns:a16="http://schemas.microsoft.com/office/drawing/2014/main" id="{B9C05EDF-2A74-E77C-47C7-6B3205509298}"/>
              </a:ext>
            </a:extLst>
          </p:cNvPr>
          <p:cNvSpPr>
            <a:spLocks noGrp="1"/>
          </p:cNvSpPr>
          <p:nvPr>
            <p:ph idx="1"/>
          </p:nvPr>
        </p:nvSpPr>
        <p:spPr>
          <a:xfrm>
            <a:off x="761800" y="2470244"/>
            <a:ext cx="5334197" cy="3769835"/>
          </a:xfrm>
        </p:spPr>
        <p:txBody>
          <a:bodyPr anchor="ctr">
            <a:normAutofit/>
          </a:bodyPr>
          <a:lstStyle/>
          <a:p>
            <a:r>
              <a:rPr lang="en-US" sz="2000"/>
              <a:t>Like the multiple linear regression model, a decision tree using all available predictors was fit to estimate healthcare insurance charges</a:t>
            </a:r>
          </a:p>
          <a:p>
            <a:r>
              <a:rPr lang="en-US" sz="2000"/>
              <a:t>Decision trees are appropriate in this setting because they can capture nonlinear relationships and interaction effects without requiring the linearity assumptions of regression models.</a:t>
            </a:r>
          </a:p>
        </p:txBody>
      </p:sp>
      <p:pic>
        <p:nvPicPr>
          <p:cNvPr id="5" name="Picture 4" descr="Small tree">
            <a:extLst>
              <a:ext uri="{FF2B5EF4-FFF2-40B4-BE49-F238E27FC236}">
                <a16:creationId xmlns:a16="http://schemas.microsoft.com/office/drawing/2014/main" id="{84DCD3E7-3D89-AD6A-DF15-CE5EDAECAB20}"/>
              </a:ext>
            </a:extLst>
          </p:cNvPr>
          <p:cNvPicPr>
            <a:picLocks noChangeAspect="1"/>
          </p:cNvPicPr>
          <p:nvPr/>
        </p:nvPicPr>
        <p:blipFill>
          <a:blip r:embed="rId3"/>
          <a:srcRect l="14745" r="33418"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752696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2951D-C40B-E580-5E35-FB06EAEAA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3956EC-33D9-6902-E596-F63FF73E8A9F}"/>
              </a:ext>
            </a:extLst>
          </p:cNvPr>
          <p:cNvSpPr>
            <a:spLocks noGrp="1"/>
          </p:cNvSpPr>
          <p:nvPr>
            <p:ph type="title"/>
          </p:nvPr>
        </p:nvSpPr>
        <p:spPr/>
        <p:txBody>
          <a:bodyPr/>
          <a:lstStyle/>
          <a:p>
            <a:r>
              <a:rPr lang="en-US" dirty="0"/>
              <a:t>Decision Trees: All Predictors</a:t>
            </a:r>
          </a:p>
        </p:txBody>
      </p:sp>
      <p:pic>
        <p:nvPicPr>
          <p:cNvPr id="6" name="Content Placeholder 5" descr="The diagram presents a statistical analysis showing various percentages of smokers and non-smokers across different age groups, BMI categories, and whether they have children or not.&#10;&#10;AI-generated content may be incorrect.">
            <a:extLst>
              <a:ext uri="{FF2B5EF4-FFF2-40B4-BE49-F238E27FC236}">
                <a16:creationId xmlns:a16="http://schemas.microsoft.com/office/drawing/2014/main" id="{62467892-2DC1-02A7-3B91-8C8AD9EEDA42}"/>
              </a:ext>
            </a:extLst>
          </p:cNvPr>
          <p:cNvPicPr>
            <a:picLocks noGrp="1" noChangeAspect="1"/>
          </p:cNvPicPr>
          <p:nvPr>
            <p:ph idx="1"/>
          </p:nvPr>
        </p:nvPicPr>
        <p:blipFill>
          <a:blip r:embed="rId3"/>
          <a:stretch>
            <a:fillRect/>
          </a:stretch>
        </p:blipFill>
        <p:spPr bwMode="auto">
          <a:xfrm>
            <a:off x="1190543" y="1301220"/>
            <a:ext cx="9004041" cy="5556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28329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883638-D979-2B8E-D3CC-00F8690FEFF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17E5F5-6AE1-08FA-D7A5-031B35B2B6F0}"/>
              </a:ext>
            </a:extLst>
          </p:cNvPr>
          <p:cNvSpPr>
            <a:spLocks noGrp="1"/>
          </p:cNvSpPr>
          <p:nvPr>
            <p:ph type="title"/>
          </p:nvPr>
        </p:nvSpPr>
        <p:spPr>
          <a:xfrm>
            <a:off x="1043631" y="809898"/>
            <a:ext cx="9942716" cy="1554480"/>
          </a:xfrm>
        </p:spPr>
        <p:txBody>
          <a:bodyPr anchor="ctr">
            <a:normAutofit/>
          </a:bodyPr>
          <a:lstStyle/>
          <a:p>
            <a:r>
              <a:rPr lang="en-US" sz="4800"/>
              <a:t>Decision Trees: All Predictors</a:t>
            </a:r>
          </a:p>
        </p:txBody>
      </p:sp>
      <p:sp>
        <p:nvSpPr>
          <p:cNvPr id="3" name="Content Placeholder 2">
            <a:extLst>
              <a:ext uri="{FF2B5EF4-FFF2-40B4-BE49-F238E27FC236}">
                <a16:creationId xmlns:a16="http://schemas.microsoft.com/office/drawing/2014/main" id="{150B2F17-4633-2F6B-F7EE-A810EF1091A5}"/>
              </a:ext>
            </a:extLst>
          </p:cNvPr>
          <p:cNvSpPr>
            <a:spLocks noGrp="1"/>
          </p:cNvSpPr>
          <p:nvPr>
            <p:ph idx="1"/>
          </p:nvPr>
        </p:nvSpPr>
        <p:spPr>
          <a:xfrm>
            <a:off x="1045028" y="3017522"/>
            <a:ext cx="9941319" cy="3124658"/>
          </a:xfrm>
        </p:spPr>
        <p:txBody>
          <a:bodyPr anchor="ctr">
            <a:normAutofit/>
          </a:bodyPr>
          <a:lstStyle/>
          <a:p>
            <a:r>
              <a:rPr lang="en-US" sz="2200"/>
              <a:t>Predictive performance was strong with a training RMSE of $4,935.53 and test RMSE of $4,655.86. These values were lower than those of the multiple linear regression models, indicating improved predictive accuracy. </a:t>
            </a:r>
          </a:p>
          <a:p>
            <a:r>
              <a:rPr lang="en-US" sz="2200"/>
              <a:t>The test RMSE being slightly lower than the training RMSE suggests the tree generalized well to unseen data.</a:t>
            </a:r>
          </a:p>
          <a:p>
            <a:r>
              <a:rPr lang="en-US" sz="2200"/>
              <a:t>Overall, the decision tree performed very well while remaining very interpretable. The model clearly showed that smoking status is the most important determinant of insurance charges, along with age and BMI.</a:t>
            </a:r>
          </a:p>
          <a:p>
            <a:endParaRPr lang="en-US" sz="22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83657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444110-1EE2-8A8D-4E98-2E0CBCF0E3B3}"/>
              </a:ext>
            </a:extLst>
          </p:cNvPr>
          <p:cNvSpPr>
            <a:spLocks noGrp="1"/>
          </p:cNvSpPr>
          <p:nvPr>
            <p:ph type="title"/>
          </p:nvPr>
        </p:nvSpPr>
        <p:spPr>
          <a:xfrm>
            <a:off x="808638" y="386930"/>
            <a:ext cx="9236700" cy="1188950"/>
          </a:xfrm>
        </p:spPr>
        <p:txBody>
          <a:bodyPr anchor="b">
            <a:normAutofit/>
          </a:bodyPr>
          <a:lstStyle/>
          <a:p>
            <a:r>
              <a:rPr lang="en-US" sz="5400"/>
              <a:t>Decision Trees: Complex Tree</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29C3777-8FA4-C408-1D07-13580C2786B2}"/>
              </a:ext>
            </a:extLst>
          </p:cNvPr>
          <p:cNvSpPr>
            <a:spLocks noGrp="1"/>
          </p:cNvSpPr>
          <p:nvPr>
            <p:ph idx="1"/>
          </p:nvPr>
        </p:nvSpPr>
        <p:spPr>
          <a:xfrm>
            <a:off x="793660" y="2599509"/>
            <a:ext cx="10143668" cy="3435531"/>
          </a:xfrm>
        </p:spPr>
        <p:txBody>
          <a:bodyPr anchor="ctr">
            <a:normAutofit/>
          </a:bodyPr>
          <a:lstStyle/>
          <a:p>
            <a:r>
              <a:rPr lang="en-US" sz="2400"/>
              <a:t>A more complex regression tree was fit using the same predictors as the previous tree model, but now allowing additional splits and a deeper tree structure</a:t>
            </a:r>
          </a:p>
          <a:p>
            <a:r>
              <a:rPr lang="en-US" sz="2400"/>
              <a:t>This approach was used to determine whether greater tree complexity could improve predictive accuracy by capturing finer subgroup patterns in the data.</a:t>
            </a:r>
          </a:p>
        </p:txBody>
      </p:sp>
    </p:spTree>
    <p:extLst>
      <p:ext uri="{BB962C8B-B14F-4D97-AF65-F5344CB8AC3E}">
        <p14:creationId xmlns:p14="http://schemas.microsoft.com/office/powerpoint/2010/main" val="33876012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B78D8-9BF7-2F2B-1972-F5C6E93F10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24CA9-6234-B87E-795A-B01E7D9B1640}"/>
              </a:ext>
            </a:extLst>
          </p:cNvPr>
          <p:cNvSpPr>
            <a:spLocks noGrp="1"/>
          </p:cNvSpPr>
          <p:nvPr>
            <p:ph type="title"/>
          </p:nvPr>
        </p:nvSpPr>
        <p:spPr/>
        <p:txBody>
          <a:bodyPr/>
          <a:lstStyle/>
          <a:p>
            <a:r>
              <a:rPr lang="en-US" dirty="0"/>
              <a:t>Decision Trees: Complex Tree</a:t>
            </a:r>
          </a:p>
        </p:txBody>
      </p:sp>
      <p:pic>
        <p:nvPicPr>
          <p:cNvPr id="5" name="Picture 4" descr="The image depicts a tree diagram with multiple branches, likely representing a genealogy or hierarchical classification.&#10;&#10;AI-generated content may be incorrect.">
            <a:extLst>
              <a:ext uri="{FF2B5EF4-FFF2-40B4-BE49-F238E27FC236}">
                <a16:creationId xmlns:a16="http://schemas.microsoft.com/office/drawing/2014/main" id="{649D005D-A802-3DCA-22CC-968C728235DB}"/>
              </a:ext>
            </a:extLst>
          </p:cNvPr>
          <p:cNvPicPr>
            <a:picLocks noChangeAspect="1"/>
          </p:cNvPicPr>
          <p:nvPr/>
        </p:nvPicPr>
        <p:blipFill>
          <a:blip r:embed="rId2"/>
          <a:stretch>
            <a:fillRect/>
          </a:stretch>
        </p:blipFill>
        <p:spPr>
          <a:xfrm>
            <a:off x="1134534" y="1350699"/>
            <a:ext cx="8923867" cy="5507301"/>
          </a:xfrm>
          <a:prstGeom prst="rect">
            <a:avLst/>
          </a:prstGeom>
        </p:spPr>
      </p:pic>
    </p:spTree>
    <p:extLst>
      <p:ext uri="{BB962C8B-B14F-4D97-AF65-F5344CB8AC3E}">
        <p14:creationId xmlns:p14="http://schemas.microsoft.com/office/powerpoint/2010/main" val="21624494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99D340-9C36-EDED-7FE3-0169ADBA2A3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8913DF-1157-0840-67BD-3052961AFB31}"/>
              </a:ext>
            </a:extLst>
          </p:cNvPr>
          <p:cNvSpPr>
            <a:spLocks noGrp="1"/>
          </p:cNvSpPr>
          <p:nvPr>
            <p:ph type="title"/>
          </p:nvPr>
        </p:nvSpPr>
        <p:spPr>
          <a:xfrm>
            <a:off x="1282963" y="1238080"/>
            <a:ext cx="9849751" cy="1349671"/>
          </a:xfrm>
        </p:spPr>
        <p:txBody>
          <a:bodyPr anchor="b">
            <a:normAutofit/>
          </a:bodyPr>
          <a:lstStyle/>
          <a:p>
            <a:r>
              <a:rPr lang="en-US" sz="5400"/>
              <a:t>Decision Trees: Complex Tree</a:t>
            </a:r>
          </a:p>
        </p:txBody>
      </p:sp>
      <p:sp>
        <p:nvSpPr>
          <p:cNvPr id="3" name="Content Placeholder 2">
            <a:extLst>
              <a:ext uri="{FF2B5EF4-FFF2-40B4-BE49-F238E27FC236}">
                <a16:creationId xmlns:a16="http://schemas.microsoft.com/office/drawing/2014/main" id="{F5ABF5E6-6163-A23A-165D-66420E988B55}"/>
              </a:ext>
            </a:extLst>
          </p:cNvPr>
          <p:cNvSpPr>
            <a:spLocks noGrp="1"/>
          </p:cNvSpPr>
          <p:nvPr>
            <p:ph idx="1"/>
          </p:nvPr>
        </p:nvSpPr>
        <p:spPr>
          <a:xfrm>
            <a:off x="1289304" y="2902913"/>
            <a:ext cx="9849751" cy="3032168"/>
          </a:xfrm>
        </p:spPr>
        <p:txBody>
          <a:bodyPr anchor="ctr">
            <a:normAutofit/>
          </a:bodyPr>
          <a:lstStyle/>
          <a:p>
            <a:r>
              <a:rPr lang="en-US" sz="2000"/>
              <a:t>Predictive performance improved compared with the simpler decision tree. The training RMSE was $4,392.28 and the test RMSE was $4,494.40. The test RMSE being only slightly higher than the training RMSE suggests that the additional complexity did not lead to substantial overfitting and that the model generalized well to unseen data.</a:t>
            </a:r>
          </a:p>
          <a:p>
            <a:r>
              <a:rPr lang="en-US" sz="2000"/>
              <a:t>Overall, the complex tree provided one of the strongest predictive performances among the models tested. Although there was some trade off in interpretability. This demonstrates that carefully increased tree complexity can improve accuracy without sacrificing generalization.</a:t>
            </a:r>
          </a:p>
          <a:p>
            <a:endParaRPr lang="en-US" sz="2000"/>
          </a:p>
        </p:txBody>
      </p:sp>
    </p:spTree>
    <p:extLst>
      <p:ext uri="{BB962C8B-B14F-4D97-AF65-F5344CB8AC3E}">
        <p14:creationId xmlns:p14="http://schemas.microsoft.com/office/powerpoint/2010/main" val="22510929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E5C17C-5BD9-D42F-8824-535139A778D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488A65-39D1-592E-8D9C-A71C0B8CC813}"/>
              </a:ext>
            </a:extLst>
          </p:cNvPr>
          <p:cNvSpPr>
            <a:spLocks noGrp="1"/>
          </p:cNvSpPr>
          <p:nvPr>
            <p:ph type="title"/>
          </p:nvPr>
        </p:nvSpPr>
        <p:spPr>
          <a:xfrm>
            <a:off x="1043631" y="809898"/>
            <a:ext cx="9942716" cy="1554480"/>
          </a:xfrm>
        </p:spPr>
        <p:txBody>
          <a:bodyPr anchor="ctr">
            <a:normAutofit/>
          </a:bodyPr>
          <a:lstStyle/>
          <a:p>
            <a:r>
              <a:rPr lang="en-US" sz="4800"/>
              <a:t>Decision Trees: Complex Tree</a:t>
            </a:r>
          </a:p>
        </p:txBody>
      </p:sp>
      <p:sp>
        <p:nvSpPr>
          <p:cNvPr id="3" name="Content Placeholder 2">
            <a:extLst>
              <a:ext uri="{FF2B5EF4-FFF2-40B4-BE49-F238E27FC236}">
                <a16:creationId xmlns:a16="http://schemas.microsoft.com/office/drawing/2014/main" id="{61CFCDC0-616E-641C-4E0F-4371B25E931D}"/>
              </a:ext>
            </a:extLst>
          </p:cNvPr>
          <p:cNvSpPr>
            <a:spLocks noGrp="1"/>
          </p:cNvSpPr>
          <p:nvPr>
            <p:ph idx="1"/>
          </p:nvPr>
        </p:nvSpPr>
        <p:spPr>
          <a:xfrm>
            <a:off x="1045028" y="3017522"/>
            <a:ext cx="9941319" cy="3124658"/>
          </a:xfrm>
        </p:spPr>
        <p:txBody>
          <a:bodyPr anchor="ctr">
            <a:normAutofit/>
          </a:bodyPr>
          <a:lstStyle/>
          <a:p>
            <a:r>
              <a:rPr lang="en-US" sz="2400"/>
              <a:t>A more complex regression tree was fit using the same predictors as the previous tree model, but now allowing additional splits and a deeper tree structure</a:t>
            </a:r>
          </a:p>
          <a:p>
            <a:r>
              <a:rPr lang="en-US" sz="2400"/>
              <a:t>This approach was used to determine whether greater tree complexity could improve predictive accuracy by capturing finer subgroup patterns in the data.</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78039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5AB210-1C85-B88A-31EB-FF3FF8E60C39}"/>
              </a:ext>
            </a:extLst>
          </p:cNvPr>
          <p:cNvSpPr>
            <a:spLocks noGrp="1"/>
          </p:cNvSpPr>
          <p:nvPr>
            <p:ph type="title"/>
          </p:nvPr>
        </p:nvSpPr>
        <p:spPr>
          <a:xfrm>
            <a:off x="761803" y="350196"/>
            <a:ext cx="4646904" cy="1624520"/>
          </a:xfrm>
        </p:spPr>
        <p:txBody>
          <a:bodyPr anchor="ctr">
            <a:normAutofit/>
          </a:bodyPr>
          <a:lstStyle/>
          <a:p>
            <a:r>
              <a:rPr lang="en-US" sz="4000"/>
              <a:t>Random Forests</a:t>
            </a:r>
          </a:p>
        </p:txBody>
      </p:sp>
      <p:sp>
        <p:nvSpPr>
          <p:cNvPr id="3" name="Content Placeholder 2">
            <a:extLst>
              <a:ext uri="{FF2B5EF4-FFF2-40B4-BE49-F238E27FC236}">
                <a16:creationId xmlns:a16="http://schemas.microsoft.com/office/drawing/2014/main" id="{21356127-F620-84A8-58A4-DFF13A120963}"/>
              </a:ext>
            </a:extLst>
          </p:cNvPr>
          <p:cNvSpPr>
            <a:spLocks noGrp="1"/>
          </p:cNvSpPr>
          <p:nvPr>
            <p:ph idx="1"/>
          </p:nvPr>
        </p:nvSpPr>
        <p:spPr>
          <a:xfrm>
            <a:off x="761802" y="2743200"/>
            <a:ext cx="4646905" cy="3613149"/>
          </a:xfrm>
        </p:spPr>
        <p:txBody>
          <a:bodyPr anchor="ctr">
            <a:normAutofit/>
          </a:bodyPr>
          <a:lstStyle/>
          <a:p>
            <a:r>
              <a:rPr lang="en-US" sz="1700"/>
              <a:t>Random forests were an appropriate method because they can model nonlinear relationships and interactions while reducing the overfitting risk that is associated with a single decision tree.</a:t>
            </a:r>
          </a:p>
          <a:p>
            <a:r>
              <a:rPr lang="en-US" sz="1700"/>
              <a:t>Unlike one regression tree, which can be sensitive to small changes in the data, random forests create many trees using bootstrap samples and random subsets of predictors</a:t>
            </a:r>
          </a:p>
          <a:p>
            <a:r>
              <a:rPr lang="en-US" sz="1700"/>
              <a:t>Predictions are then averaged across all trees, producing more stable and accurate results.</a:t>
            </a:r>
          </a:p>
          <a:p>
            <a:endParaRPr lang="en-US" sz="1700"/>
          </a:p>
        </p:txBody>
      </p:sp>
      <p:pic>
        <p:nvPicPr>
          <p:cNvPr id="5" name="Picture 4" descr="Aerial view of green treetops">
            <a:extLst>
              <a:ext uri="{FF2B5EF4-FFF2-40B4-BE49-F238E27FC236}">
                <a16:creationId xmlns:a16="http://schemas.microsoft.com/office/drawing/2014/main" id="{2199AA0A-7E01-B475-E1B9-E05F4F7F4FDD}"/>
              </a:ext>
            </a:extLst>
          </p:cNvPr>
          <p:cNvPicPr>
            <a:picLocks noChangeAspect="1"/>
          </p:cNvPicPr>
          <p:nvPr/>
        </p:nvPicPr>
        <p:blipFill>
          <a:blip r:embed="rId2"/>
          <a:srcRect l="17797" r="22803" b="-2"/>
          <a:stretch>
            <a:fillRect/>
          </a:stretch>
        </p:blipFill>
        <p:spPr>
          <a:xfrm>
            <a:off x="6096000" y="1"/>
            <a:ext cx="6102825" cy="6858000"/>
          </a:xfrm>
          <a:prstGeom prst="rect">
            <a:avLst/>
          </a:prstGeom>
        </p:spPr>
      </p:pic>
    </p:spTree>
    <p:extLst>
      <p:ext uri="{BB962C8B-B14F-4D97-AF65-F5344CB8AC3E}">
        <p14:creationId xmlns:p14="http://schemas.microsoft.com/office/powerpoint/2010/main" val="6899418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8FA489-DB5D-B824-A97D-669EEE71FD1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925AFC-FD29-B765-49AF-4407075C5264}"/>
              </a:ext>
            </a:extLst>
          </p:cNvPr>
          <p:cNvSpPr>
            <a:spLocks noGrp="1"/>
          </p:cNvSpPr>
          <p:nvPr>
            <p:ph type="title"/>
          </p:nvPr>
        </p:nvSpPr>
        <p:spPr>
          <a:xfrm>
            <a:off x="808638" y="386930"/>
            <a:ext cx="9236700" cy="1188950"/>
          </a:xfrm>
        </p:spPr>
        <p:txBody>
          <a:bodyPr anchor="b">
            <a:normAutofit/>
          </a:bodyPr>
          <a:lstStyle/>
          <a:p>
            <a:r>
              <a:rPr lang="en-US" sz="5400"/>
              <a:t>Random Forests: All Predictors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A833D62-9F70-1CDA-A35C-406CEA03AD4A}"/>
              </a:ext>
            </a:extLst>
          </p:cNvPr>
          <p:cNvSpPr>
            <a:spLocks noGrp="1"/>
          </p:cNvSpPr>
          <p:nvPr>
            <p:ph idx="1"/>
          </p:nvPr>
        </p:nvSpPr>
        <p:spPr>
          <a:xfrm>
            <a:off x="793660" y="2599509"/>
            <a:ext cx="10143668" cy="3435531"/>
          </a:xfrm>
        </p:spPr>
        <p:txBody>
          <a:bodyPr anchor="ctr">
            <a:normAutofit/>
          </a:bodyPr>
          <a:lstStyle/>
          <a:p>
            <a:r>
              <a:rPr lang="en-US" sz="2400"/>
              <a:t>A random forest model using all available predictors was created </a:t>
            </a:r>
          </a:p>
          <a:p>
            <a:r>
              <a:rPr lang="en-US" sz="2400"/>
              <a:t>Random forests are appropriate for this problem because they combine many decision trees, allowing the model to capture nonlinear relationships and interactions while reducing the overfitting risk often seen in a single tree.</a:t>
            </a:r>
          </a:p>
        </p:txBody>
      </p:sp>
    </p:spTree>
    <p:extLst>
      <p:ext uri="{BB962C8B-B14F-4D97-AF65-F5344CB8AC3E}">
        <p14:creationId xmlns:p14="http://schemas.microsoft.com/office/powerpoint/2010/main" val="5414488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81F4EB-63E8-00BD-3686-AB0F1C5CB903}"/>
              </a:ext>
            </a:extLst>
          </p:cNvPr>
          <p:cNvSpPr>
            <a:spLocks noGrp="1"/>
          </p:cNvSpPr>
          <p:nvPr>
            <p:ph type="title"/>
          </p:nvPr>
        </p:nvSpPr>
        <p:spPr>
          <a:xfrm>
            <a:off x="1282963" y="1238080"/>
            <a:ext cx="9849751" cy="1349671"/>
          </a:xfrm>
        </p:spPr>
        <p:txBody>
          <a:bodyPr anchor="b">
            <a:normAutofit/>
          </a:bodyPr>
          <a:lstStyle/>
          <a:p>
            <a:r>
              <a:rPr lang="en-US" sz="5400"/>
              <a:t>Random Forests: All Predictors</a:t>
            </a:r>
          </a:p>
        </p:txBody>
      </p:sp>
      <p:sp>
        <p:nvSpPr>
          <p:cNvPr id="3" name="Content Placeholder 2">
            <a:extLst>
              <a:ext uri="{FF2B5EF4-FFF2-40B4-BE49-F238E27FC236}">
                <a16:creationId xmlns:a16="http://schemas.microsoft.com/office/drawing/2014/main" id="{748B43B6-D05D-8559-5A93-BDBDAD7DC5CF}"/>
              </a:ext>
            </a:extLst>
          </p:cNvPr>
          <p:cNvSpPr>
            <a:spLocks noGrp="1"/>
          </p:cNvSpPr>
          <p:nvPr>
            <p:ph idx="1"/>
          </p:nvPr>
        </p:nvSpPr>
        <p:spPr>
          <a:xfrm>
            <a:off x="1289304" y="2902913"/>
            <a:ext cx="9849751" cy="3032168"/>
          </a:xfrm>
        </p:spPr>
        <p:txBody>
          <a:bodyPr anchor="ctr">
            <a:normAutofit/>
          </a:bodyPr>
          <a:lstStyle/>
          <a:p>
            <a:r>
              <a:rPr lang="en-US" sz="2000"/>
              <a:t>Results indicated that the random forest was one of the strongest-performing models tested. By averaging predictions across 500 trees, the model was able to identify complex patterns in the data that were not fully captured by linear regression or a single decision tree.</a:t>
            </a:r>
          </a:p>
          <a:p>
            <a:r>
              <a:rPr lang="en-US" sz="2000"/>
              <a:t>Predictive performance slightly improved relative to the decision trees. The training RMSE was $4,017.60 and the test RMSE was $4,221.20 indicating superior prediction accuracy.</a:t>
            </a:r>
          </a:p>
          <a:p>
            <a:endParaRPr lang="en-US" sz="2000"/>
          </a:p>
        </p:txBody>
      </p:sp>
    </p:spTree>
    <p:extLst>
      <p:ext uri="{BB962C8B-B14F-4D97-AF65-F5344CB8AC3E}">
        <p14:creationId xmlns:p14="http://schemas.microsoft.com/office/powerpoint/2010/main" val="24877176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D9A316-4E26-5CEF-9AB0-A1ACC2CFA0E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621E2E-9473-61F4-AB57-508C4354F102}"/>
              </a:ext>
            </a:extLst>
          </p:cNvPr>
          <p:cNvSpPr>
            <a:spLocks noGrp="1"/>
          </p:cNvSpPr>
          <p:nvPr>
            <p:ph type="title"/>
          </p:nvPr>
        </p:nvSpPr>
        <p:spPr>
          <a:xfrm>
            <a:off x="1043631" y="809898"/>
            <a:ext cx="9942716" cy="1554480"/>
          </a:xfrm>
        </p:spPr>
        <p:txBody>
          <a:bodyPr anchor="ctr">
            <a:normAutofit/>
          </a:bodyPr>
          <a:lstStyle/>
          <a:p>
            <a:r>
              <a:rPr lang="en-US" sz="4800"/>
              <a:t>Random Forests: All Predictors</a:t>
            </a:r>
          </a:p>
        </p:txBody>
      </p:sp>
      <p:sp>
        <p:nvSpPr>
          <p:cNvPr id="3" name="Content Placeholder 2">
            <a:extLst>
              <a:ext uri="{FF2B5EF4-FFF2-40B4-BE49-F238E27FC236}">
                <a16:creationId xmlns:a16="http://schemas.microsoft.com/office/drawing/2014/main" id="{2A931629-DA03-715E-9DED-0ABCA3A147F5}"/>
              </a:ext>
            </a:extLst>
          </p:cNvPr>
          <p:cNvSpPr>
            <a:spLocks noGrp="1"/>
          </p:cNvSpPr>
          <p:nvPr>
            <p:ph idx="1"/>
          </p:nvPr>
        </p:nvSpPr>
        <p:spPr>
          <a:xfrm>
            <a:off x="1045028" y="3017522"/>
            <a:ext cx="9941319" cy="3124658"/>
          </a:xfrm>
        </p:spPr>
        <p:txBody>
          <a:bodyPr anchor="ctr">
            <a:normAutofit/>
          </a:bodyPr>
          <a:lstStyle/>
          <a:p>
            <a:r>
              <a:rPr lang="en-US" sz="2400"/>
              <a:t>Although random forests typically sacrifice interpretability compared with regression equations or single trees, they offer strong predictive power and more stable results.</a:t>
            </a:r>
          </a:p>
          <a:p>
            <a:r>
              <a:rPr lang="en-US" sz="2400"/>
              <a:t>Overall, the full random forest model delivered excellent predictive accuracy and demonstrated that ensemble tree methods are highly effective for estimating healthcare insurance charges.</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24702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8F5E55-0A51-E188-8E38-DFF6BDB405D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1" name="Rectangle 10">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75F141-9AA4-817F-04E2-B97F80CE9193}"/>
              </a:ext>
            </a:extLst>
          </p:cNvPr>
          <p:cNvSpPr>
            <a:spLocks noGrp="1"/>
          </p:cNvSpPr>
          <p:nvPr>
            <p:ph type="title"/>
          </p:nvPr>
        </p:nvSpPr>
        <p:spPr>
          <a:xfrm>
            <a:off x="1153618" y="1239927"/>
            <a:ext cx="4008586" cy="4680583"/>
          </a:xfrm>
        </p:spPr>
        <p:txBody>
          <a:bodyPr anchor="ctr">
            <a:normAutofit/>
          </a:bodyPr>
          <a:lstStyle/>
          <a:p>
            <a:r>
              <a:rPr lang="en-US" sz="5200"/>
              <a:t>Evaluation</a:t>
            </a:r>
          </a:p>
        </p:txBody>
      </p:sp>
      <p:sp>
        <p:nvSpPr>
          <p:cNvPr id="3" name="Content Placeholder 2">
            <a:extLst>
              <a:ext uri="{FF2B5EF4-FFF2-40B4-BE49-F238E27FC236}">
                <a16:creationId xmlns:a16="http://schemas.microsoft.com/office/drawing/2014/main" id="{5ADAF98B-A0EA-DC78-7B9F-9D0A28935804}"/>
              </a:ext>
            </a:extLst>
          </p:cNvPr>
          <p:cNvSpPr>
            <a:spLocks noGrp="1"/>
          </p:cNvSpPr>
          <p:nvPr>
            <p:ph idx="1"/>
          </p:nvPr>
        </p:nvSpPr>
        <p:spPr>
          <a:xfrm>
            <a:off x="6291923" y="1239927"/>
            <a:ext cx="4971824" cy="4680583"/>
          </a:xfrm>
        </p:spPr>
        <p:txBody>
          <a:bodyPr anchor="ctr">
            <a:normAutofit/>
          </a:bodyPr>
          <a:lstStyle/>
          <a:p>
            <a:r>
              <a:rPr lang="en-US" sz="2000"/>
              <a:t>Overall, the results show that healthcare insurance charges can be predicted with a moderate degree of accuracy with demographic and lifestyle variables. Across nearly all models, smoking status was the most influential predictor, followed by age and BMI. </a:t>
            </a:r>
          </a:p>
          <a:p>
            <a:r>
              <a:rPr lang="en-US" sz="2000"/>
              <a:t>This indicates that both personal health behaviors and age-related risk are major drivers of insurance costs, while variables such as region, sex, and number of children had smaller but still measurable effects.</a:t>
            </a:r>
          </a:p>
        </p:txBody>
      </p:sp>
    </p:spTree>
    <p:extLst>
      <p:ext uri="{BB962C8B-B14F-4D97-AF65-F5344CB8AC3E}">
        <p14:creationId xmlns:p14="http://schemas.microsoft.com/office/powerpoint/2010/main" val="32209493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C86DB1-A46A-1B50-A96D-7F9FC63A9BA7}"/>
              </a:ext>
            </a:extLst>
          </p:cNvPr>
          <p:cNvSpPr>
            <a:spLocks noGrp="1"/>
          </p:cNvSpPr>
          <p:nvPr>
            <p:ph type="title"/>
          </p:nvPr>
        </p:nvSpPr>
        <p:spPr>
          <a:xfrm>
            <a:off x="808638" y="386930"/>
            <a:ext cx="9236700" cy="1188950"/>
          </a:xfrm>
        </p:spPr>
        <p:txBody>
          <a:bodyPr anchor="b">
            <a:normAutofit/>
          </a:bodyPr>
          <a:lstStyle/>
          <a:p>
            <a:r>
              <a:rPr lang="en-US" sz="5400"/>
              <a:t>Evaluation</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90E8069-F506-DB58-64BA-AC470AA1AEEF}"/>
              </a:ext>
            </a:extLst>
          </p:cNvPr>
          <p:cNvSpPr>
            <a:spLocks noGrp="1"/>
          </p:cNvSpPr>
          <p:nvPr>
            <p:ph idx="1"/>
          </p:nvPr>
        </p:nvSpPr>
        <p:spPr>
          <a:xfrm>
            <a:off x="793660" y="2599509"/>
            <a:ext cx="10143668" cy="3435531"/>
          </a:xfrm>
        </p:spPr>
        <p:txBody>
          <a:bodyPr anchor="ctr">
            <a:normAutofit/>
          </a:bodyPr>
          <a:lstStyle/>
          <a:p>
            <a:r>
              <a:rPr lang="en-US" sz="2200"/>
              <a:t>Also, model comparisons showed clear differences in performance. Simple linear regression models using only BMI or age were useful for understanding individual relationships but had limited predictive accuracy.</a:t>
            </a:r>
          </a:p>
          <a:p>
            <a:r>
              <a:rPr lang="en-US" sz="2200"/>
              <a:t>Multiple linear regression substantially improved performance by combining predictors, and interaction terms further increased model quality by capturing how smoking changes the effects of age and BMI. </a:t>
            </a:r>
          </a:p>
          <a:p>
            <a:r>
              <a:rPr lang="en-US" sz="2200"/>
              <a:t>Decision trees provided strong results while remaining interpretable, and random forests achieved the best overall predictive accuracy by modeling complex nonlinear relationships through an ensemble approach.</a:t>
            </a:r>
          </a:p>
        </p:txBody>
      </p:sp>
    </p:spTree>
    <p:extLst>
      <p:ext uri="{BB962C8B-B14F-4D97-AF65-F5344CB8AC3E}">
        <p14:creationId xmlns:p14="http://schemas.microsoft.com/office/powerpoint/2010/main" val="22402066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D5840F-7542-8ED5-2E0D-3278BD0F162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503A8C-8851-44AE-F1DE-1AF1EF70694B}"/>
              </a:ext>
            </a:extLst>
          </p:cNvPr>
          <p:cNvSpPr>
            <a:spLocks noGrp="1"/>
          </p:cNvSpPr>
          <p:nvPr>
            <p:ph type="title"/>
          </p:nvPr>
        </p:nvSpPr>
        <p:spPr>
          <a:xfrm>
            <a:off x="1282963" y="1238080"/>
            <a:ext cx="9849751" cy="1349671"/>
          </a:xfrm>
        </p:spPr>
        <p:txBody>
          <a:bodyPr anchor="b">
            <a:normAutofit/>
          </a:bodyPr>
          <a:lstStyle/>
          <a:p>
            <a:r>
              <a:rPr lang="en-US" sz="5400"/>
              <a:t>Evaluation</a:t>
            </a:r>
          </a:p>
        </p:txBody>
      </p:sp>
      <p:sp>
        <p:nvSpPr>
          <p:cNvPr id="3" name="Content Placeholder 2">
            <a:extLst>
              <a:ext uri="{FF2B5EF4-FFF2-40B4-BE49-F238E27FC236}">
                <a16:creationId xmlns:a16="http://schemas.microsoft.com/office/drawing/2014/main" id="{728D5CF9-3DA8-9BC9-5074-88790E5AC358}"/>
              </a:ext>
            </a:extLst>
          </p:cNvPr>
          <p:cNvSpPr>
            <a:spLocks noGrp="1"/>
          </p:cNvSpPr>
          <p:nvPr>
            <p:ph idx="1"/>
          </p:nvPr>
        </p:nvSpPr>
        <p:spPr>
          <a:xfrm>
            <a:off x="1289304" y="2902913"/>
            <a:ext cx="9849751" cy="3032168"/>
          </a:xfrm>
        </p:spPr>
        <p:txBody>
          <a:bodyPr anchor="ctr">
            <a:normAutofit/>
          </a:bodyPr>
          <a:lstStyle/>
          <a:p>
            <a:r>
              <a:rPr lang="en-US" sz="2000"/>
              <a:t>The strongest models produced test RMSE values near $4,000 to $4,500, representing a major improvement over the single-predictor models whose errors exceeded $11,000. This suggests that combining multiple relevant variables is essential for accurate cost estimation. </a:t>
            </a:r>
          </a:p>
          <a:p>
            <a:r>
              <a:rPr lang="en-US" sz="2000"/>
              <a:t>While no model perfectly predicts charges, the results demonstrate that predictive methods can explain a large share of variation in healthcare costs.</a:t>
            </a:r>
          </a:p>
          <a:p>
            <a:endParaRPr lang="en-US" sz="2000"/>
          </a:p>
        </p:txBody>
      </p:sp>
    </p:spTree>
    <p:extLst>
      <p:ext uri="{BB962C8B-B14F-4D97-AF65-F5344CB8AC3E}">
        <p14:creationId xmlns:p14="http://schemas.microsoft.com/office/powerpoint/2010/main" val="29678117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Triangle 18">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20324C-B69B-B2B0-C7F2-A7DF5A9D17CD}"/>
              </a:ext>
            </a:extLst>
          </p:cNvPr>
          <p:cNvSpPr>
            <a:spLocks noGrp="1"/>
          </p:cNvSpPr>
          <p:nvPr>
            <p:ph type="title"/>
          </p:nvPr>
        </p:nvSpPr>
        <p:spPr>
          <a:xfrm>
            <a:off x="1285240" y="1050595"/>
            <a:ext cx="8074815" cy="1618489"/>
          </a:xfrm>
        </p:spPr>
        <p:txBody>
          <a:bodyPr anchor="ctr">
            <a:normAutofit/>
          </a:bodyPr>
          <a:lstStyle/>
          <a:p>
            <a:r>
              <a:rPr lang="en-US" sz="7200"/>
              <a:t>Conclusion</a:t>
            </a:r>
          </a:p>
        </p:txBody>
      </p:sp>
      <p:sp>
        <p:nvSpPr>
          <p:cNvPr id="3" name="Content Placeholder 2">
            <a:extLst>
              <a:ext uri="{FF2B5EF4-FFF2-40B4-BE49-F238E27FC236}">
                <a16:creationId xmlns:a16="http://schemas.microsoft.com/office/drawing/2014/main" id="{47343EF8-8EE6-EA59-AE9A-D1FC26FDADFA}"/>
              </a:ext>
            </a:extLst>
          </p:cNvPr>
          <p:cNvSpPr>
            <a:spLocks noGrp="1"/>
          </p:cNvSpPr>
          <p:nvPr>
            <p:ph idx="1"/>
          </p:nvPr>
        </p:nvSpPr>
        <p:spPr>
          <a:xfrm>
            <a:off x="1285240" y="2969469"/>
            <a:ext cx="8074815" cy="2800395"/>
          </a:xfrm>
        </p:spPr>
        <p:txBody>
          <a:bodyPr anchor="t">
            <a:normAutofit/>
          </a:bodyPr>
          <a:lstStyle/>
          <a:p>
            <a:r>
              <a:rPr lang="en-US" sz="2200"/>
              <a:t>In conclusion, my research question was successfully addressed</a:t>
            </a:r>
          </a:p>
          <a:p>
            <a:r>
              <a:rPr lang="en-US" sz="2200"/>
              <a:t>Insurance charges are strongly influenced by a combination of demographic and behavioral characteristics, and these factors can be used to build effective predictive models.</a:t>
            </a:r>
          </a:p>
          <a:p>
            <a:r>
              <a:rPr lang="en-US" sz="2200"/>
              <a:t>Among the approaches tested, tree-based ensemble methods offered the best predictive performance, while regression models provided the greatest interpretability.</a:t>
            </a:r>
          </a:p>
        </p:txBody>
      </p:sp>
    </p:spTree>
    <p:extLst>
      <p:ext uri="{BB962C8B-B14F-4D97-AF65-F5344CB8AC3E}">
        <p14:creationId xmlns:p14="http://schemas.microsoft.com/office/powerpoint/2010/main" val="4378999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A5F5E3-D3D3-257C-43B6-806C8382B7CC}"/>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Thank You!</a:t>
            </a:r>
          </a:p>
        </p:txBody>
      </p:sp>
      <p:cxnSp>
        <p:nvCxnSpPr>
          <p:cNvPr id="13" name="Straight Connector 1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15150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612</TotalTime>
  <Words>3359</Words>
  <Application>Microsoft Office PowerPoint</Application>
  <PresentationFormat>Widescreen</PresentationFormat>
  <Paragraphs>219</Paragraphs>
  <Slides>63</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63</vt:i4>
      </vt:variant>
    </vt:vector>
  </HeadingPairs>
  <TitlesOfParts>
    <vt:vector size="67" baseType="lpstr">
      <vt:lpstr>Aptos</vt:lpstr>
      <vt:lpstr>Aptos Display</vt:lpstr>
      <vt:lpstr>Arial</vt:lpstr>
      <vt:lpstr>Office Theme</vt:lpstr>
      <vt:lpstr>Predicting Health Insurance Costs</vt:lpstr>
      <vt:lpstr>Introduction</vt:lpstr>
      <vt:lpstr>Introduction</vt:lpstr>
      <vt:lpstr>Background</vt:lpstr>
      <vt:lpstr>Background</vt:lpstr>
      <vt:lpstr>Background</vt:lpstr>
      <vt:lpstr>Dataset</vt:lpstr>
      <vt:lpstr>Dataset</vt:lpstr>
      <vt:lpstr>Dataset</vt:lpstr>
      <vt:lpstr>Data Preparation</vt:lpstr>
      <vt:lpstr>EDA: Charges</vt:lpstr>
      <vt:lpstr>EDA: Charges</vt:lpstr>
      <vt:lpstr>EDA: Charges</vt:lpstr>
      <vt:lpstr>EDA: Charges</vt:lpstr>
      <vt:lpstr>EDA: Charges</vt:lpstr>
      <vt:lpstr>EDA: Charges</vt:lpstr>
      <vt:lpstr>EDA: Age</vt:lpstr>
      <vt:lpstr>EDA: Age</vt:lpstr>
      <vt:lpstr>EDA: Age</vt:lpstr>
      <vt:lpstr>EDA: Age</vt:lpstr>
      <vt:lpstr>EDA: BMI</vt:lpstr>
      <vt:lpstr>EDA: BMI</vt:lpstr>
      <vt:lpstr>EDA: BMI</vt:lpstr>
      <vt:lpstr>EDA: BMI</vt:lpstr>
      <vt:lpstr>EDA: Sex</vt:lpstr>
      <vt:lpstr>EDA: Smoker</vt:lpstr>
      <vt:lpstr>EDA: Children</vt:lpstr>
      <vt:lpstr>EDA: Children</vt:lpstr>
      <vt:lpstr>EDA: Region</vt:lpstr>
      <vt:lpstr>Analysis</vt:lpstr>
      <vt:lpstr>Simple Regression</vt:lpstr>
      <vt:lpstr>Simple Regression: BMI</vt:lpstr>
      <vt:lpstr>Simple Regression: BMI</vt:lpstr>
      <vt:lpstr>Simple Regression: BMI</vt:lpstr>
      <vt:lpstr>Simple Regression: Age</vt:lpstr>
      <vt:lpstr>Simple Regression: Age</vt:lpstr>
      <vt:lpstr>Simple Regression: Age</vt:lpstr>
      <vt:lpstr>Multiple Regression</vt:lpstr>
      <vt:lpstr>Multiple Regression: All Predictors</vt:lpstr>
      <vt:lpstr>Multiple Regression: All Predictors</vt:lpstr>
      <vt:lpstr>Multiple Regression: All Predictors</vt:lpstr>
      <vt:lpstr>Multiple Regression: All Predictors</vt:lpstr>
      <vt:lpstr>Multiple Regression: All Predictors</vt:lpstr>
      <vt:lpstr>Multiple Regression: Simplified Model </vt:lpstr>
      <vt:lpstr>Multiple Regression: Simplified Model </vt:lpstr>
      <vt:lpstr>Multiple Regression: Simplified Model </vt:lpstr>
      <vt:lpstr>Decision Trees</vt:lpstr>
      <vt:lpstr>Decision Trees: All Predictors</vt:lpstr>
      <vt:lpstr>Decision Trees: All Predictors</vt:lpstr>
      <vt:lpstr>Decision Trees: All Predictors</vt:lpstr>
      <vt:lpstr>Decision Trees: Complex Tree</vt:lpstr>
      <vt:lpstr>Decision Trees: Complex Tree</vt:lpstr>
      <vt:lpstr>Decision Trees: Complex Tree</vt:lpstr>
      <vt:lpstr>Decision Trees: Complex Tree</vt:lpstr>
      <vt:lpstr>Random Forests</vt:lpstr>
      <vt:lpstr>Random Forests: All Predictors</vt:lpstr>
      <vt:lpstr>Random Forests: All Predictors</vt:lpstr>
      <vt:lpstr>Random Forests: All Predictors</vt:lpstr>
      <vt:lpstr>Evaluation</vt:lpstr>
      <vt:lpstr>Evaluation</vt:lpstr>
      <vt:lpstr>Evaluation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Wimmer, Ethan</dc:creator>
  <cp:lastModifiedBy>Wimmer, Ethan</cp:lastModifiedBy>
  <cp:revision>1</cp:revision>
  <dcterms:created xsi:type="dcterms:W3CDTF">2026-04-27T21:33:00Z</dcterms:created>
  <dcterms:modified xsi:type="dcterms:W3CDTF">2026-04-28T18:15:43Z</dcterms:modified>
</cp:coreProperties>
</file>